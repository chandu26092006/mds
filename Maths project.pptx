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295" r:id="rId6"/>
    <p:sldId id="296" r:id="rId7"/>
    <p:sldId id="297" r:id="rId8"/>
    <p:sldId id="298" r:id="rId9"/>
    <p:sldId id="299" r:id="rId10"/>
    <p:sldId id="300" r:id="rId11"/>
    <p:sldId id="301" r:id="rId12"/>
    <p:sldId id="302"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39B41-892C-4024-A6BA-EB4B91EE991C}" v="9" dt="2026-05-28T05:23:43.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M CHANDANA REDDY" userId="9343605f2fdae285" providerId="LiveId" clId="{AFE4850C-F665-4809-9F17-7A9CA732769B}"/>
    <pc:docChg chg="modSld">
      <pc:chgData name="ANNAM CHANDANA REDDY" userId="9343605f2fdae285" providerId="LiveId" clId="{AFE4850C-F665-4809-9F17-7A9CA732769B}" dt="2026-05-28T05:23:43.317" v="15"/>
      <pc:docMkLst>
        <pc:docMk/>
      </pc:docMkLst>
      <pc:sldChg chg="modSp">
        <pc:chgData name="ANNAM CHANDANA REDDY" userId="9343605f2fdae285" providerId="LiveId" clId="{AFE4850C-F665-4809-9F17-7A9CA732769B}" dt="2026-05-28T05:22:32.960" v="4"/>
        <pc:sldMkLst>
          <pc:docMk/>
          <pc:sldMk cId="2049548788" sldId="295"/>
        </pc:sldMkLst>
        <pc:graphicFrameChg chg="mod">
          <ac:chgData name="ANNAM CHANDANA REDDY" userId="9343605f2fdae285" providerId="LiveId" clId="{AFE4850C-F665-4809-9F17-7A9CA732769B}" dt="2026-05-28T05:22:32.960" v="4"/>
          <ac:graphicFrameMkLst>
            <pc:docMk/>
            <pc:sldMk cId="2049548788" sldId="295"/>
            <ac:graphicFrameMk id="31" creationId="{613FC9B6-ED9E-4F51-A217-156DA01928CD}"/>
          </ac:graphicFrameMkLst>
        </pc:graphicFrameChg>
      </pc:sldChg>
      <pc:sldChg chg="addSp delSp modSp mod">
        <pc:chgData name="ANNAM CHANDANA REDDY" userId="9343605f2fdae285" providerId="LiveId" clId="{AFE4850C-F665-4809-9F17-7A9CA732769B}" dt="2026-05-28T05:23:43.317" v="15"/>
        <pc:sldMkLst>
          <pc:docMk/>
          <pc:sldMk cId="2546578464" sldId="297"/>
        </pc:sldMkLst>
        <pc:grpChg chg="add del mod">
          <ac:chgData name="ANNAM CHANDANA REDDY" userId="9343605f2fdae285" providerId="LiveId" clId="{AFE4850C-F665-4809-9F17-7A9CA732769B}" dt="2026-05-28T05:23:43.317" v="15"/>
          <ac:grpSpMkLst>
            <pc:docMk/>
            <pc:sldMk cId="2546578464" sldId="297"/>
            <ac:grpSpMk id="6" creationId="{94C0FDE2-3FB5-C571-A5A9-6659FB006215}"/>
          </ac:grpSpMkLst>
        </pc:grpChg>
        <pc:inkChg chg="add del mod">
          <ac:chgData name="ANNAM CHANDANA REDDY" userId="9343605f2fdae285" providerId="LiveId" clId="{AFE4850C-F665-4809-9F17-7A9CA732769B}" dt="2026-05-28T05:23:43.317" v="15"/>
          <ac:inkMkLst>
            <pc:docMk/>
            <pc:sldMk cId="2546578464" sldId="297"/>
            <ac:inkMk id="4" creationId="{CE8110E3-460E-070C-6C4C-D52AEF81934D}"/>
          </ac:inkMkLst>
        </pc:inkChg>
        <pc:inkChg chg="add del">
          <ac:chgData name="ANNAM CHANDANA REDDY" userId="9343605f2fdae285" providerId="LiveId" clId="{AFE4850C-F665-4809-9F17-7A9CA732769B}" dt="2026-05-28T05:23:43.317" v="15"/>
          <ac:inkMkLst>
            <pc:docMk/>
            <pc:sldMk cId="2546578464" sldId="297"/>
            <ac:inkMk id="5" creationId="{F6B778A7-EFB2-8906-E9E9-074646A04372}"/>
          </ac:inkMkLst>
        </pc:inkChg>
        <pc:inkChg chg="add del">
          <ac:chgData name="ANNAM CHANDANA REDDY" userId="9343605f2fdae285" providerId="LiveId" clId="{AFE4850C-F665-4809-9F17-7A9CA732769B}" dt="2026-05-28T05:23:43.317" v="15"/>
          <ac:inkMkLst>
            <pc:docMk/>
            <pc:sldMk cId="2546578464" sldId="297"/>
            <ac:inkMk id="8" creationId="{3A6A7AB3-D784-D3E0-C284-41A662D2F6CA}"/>
          </ac:inkMkLst>
        </pc:inkChg>
        <pc:inkChg chg="add del">
          <ac:chgData name="ANNAM CHANDANA REDDY" userId="9343605f2fdae285" providerId="LiveId" clId="{AFE4850C-F665-4809-9F17-7A9CA732769B}" dt="2026-05-28T05:23:42.027" v="14"/>
          <ac:inkMkLst>
            <pc:docMk/>
            <pc:sldMk cId="2546578464" sldId="297"/>
            <ac:inkMk id="9" creationId="{5C11784C-7577-527C-7CAB-8B22FE221225}"/>
          </ac:inkMkLst>
        </pc:inkChg>
        <pc:inkChg chg="add">
          <ac:chgData name="ANNAM CHANDANA REDDY" userId="9343605f2fdae285" providerId="LiveId" clId="{AFE4850C-F665-4809-9F17-7A9CA732769B}" dt="2026-05-28T05:23:18.878" v="7" actId="9405"/>
          <ac:inkMkLst>
            <pc:docMk/>
            <pc:sldMk cId="2546578464" sldId="297"/>
            <ac:inkMk id="10" creationId="{3D24DD25-C532-F49D-DD55-869F60A20267}"/>
          </ac:inkMkLst>
        </pc:inkChg>
      </pc:sldChg>
      <pc:sldChg chg="modSp mod">
        <pc:chgData name="ANNAM CHANDANA REDDY" userId="9343605f2fdae285" providerId="LiveId" clId="{AFE4850C-F665-4809-9F17-7A9CA732769B}" dt="2026-05-28T05:21:24.566" v="3" actId="20577"/>
        <pc:sldMkLst>
          <pc:docMk/>
          <pc:sldMk cId="3049260671" sldId="303"/>
        </pc:sldMkLst>
        <pc:spChg chg="mod">
          <ac:chgData name="ANNAM CHANDANA REDDY" userId="9343605f2fdae285" providerId="LiveId" clId="{AFE4850C-F665-4809-9F17-7A9CA732769B}" dt="2026-05-28T05:21:24.566" v="3" actId="20577"/>
          <ac:spMkLst>
            <pc:docMk/>
            <pc:sldMk cId="3049260671" sldId="303"/>
            <ac:spMk id="3" creationId="{CA6947CF-3BE3-DB92-1D9D-079B1BF29F3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F627ED-A304-4697-8C44-18E45D3D2B1A}" type="doc">
      <dgm:prSet loTypeId="urn:microsoft.com/office/officeart/2016/7/layout/HexagonTimeline" loCatId="process" qsTypeId="urn:microsoft.com/office/officeart/2005/8/quickstyle/simple2" qsCatId="simple" csTypeId="urn:microsoft.com/office/officeart/2005/8/colors/accent1_2" csCatId="accent1" phldr="1"/>
      <dgm:spPr/>
      <dgm:t>
        <a:bodyPr/>
        <a:lstStyle/>
        <a:p>
          <a:endParaRPr lang="en-US"/>
        </a:p>
      </dgm:t>
    </dgm:pt>
    <dgm:pt modelId="{E5E4D699-C3CF-4415-B32C-A18B48AFE2A3}">
      <dgm:prSet custT="1"/>
      <dgm:spPr/>
      <dgm:t>
        <a:bodyPr/>
        <a:lstStyle/>
        <a:p>
          <a:r>
            <a:rPr lang="en-US" sz="2000" dirty="0"/>
            <a:t>2510030376</a:t>
          </a:r>
        </a:p>
      </dgm:t>
    </dgm:pt>
    <dgm:pt modelId="{C7C70553-EB1A-4554-849D-8153CC4AFCEB}" type="parTrans" cxnId="{A2DF84EA-DA42-4F03-BD6F-8E8D9966CB10}">
      <dgm:prSet/>
      <dgm:spPr/>
      <dgm:t>
        <a:bodyPr/>
        <a:lstStyle/>
        <a:p>
          <a:endParaRPr lang="en-US"/>
        </a:p>
      </dgm:t>
    </dgm:pt>
    <dgm:pt modelId="{61990FFE-20A5-4112-BACD-16BA28C36EBA}" type="sibTrans" cxnId="{A2DF84EA-DA42-4F03-BD6F-8E8D9966CB10}">
      <dgm:prSet/>
      <dgm:spPr/>
      <dgm:t>
        <a:bodyPr/>
        <a:lstStyle/>
        <a:p>
          <a:endParaRPr lang="en-US"/>
        </a:p>
      </dgm:t>
    </dgm:pt>
    <dgm:pt modelId="{9DB38719-EEF9-4638-91CE-8E8C646CC524}">
      <dgm:prSet custT="1"/>
      <dgm:spPr/>
      <dgm:t>
        <a:bodyPr/>
        <a:lstStyle/>
        <a:p>
          <a:r>
            <a:rPr lang="en-US" sz="2000" dirty="0"/>
            <a:t>ANNAM CHANDANA</a:t>
          </a:r>
        </a:p>
      </dgm:t>
    </dgm:pt>
    <dgm:pt modelId="{2D70C797-29DD-498F-9D71-4F6A2362408D}" type="parTrans" cxnId="{82C2E40D-9BC0-4ADA-915E-708000D2737D}">
      <dgm:prSet/>
      <dgm:spPr/>
      <dgm:t>
        <a:bodyPr/>
        <a:lstStyle/>
        <a:p>
          <a:endParaRPr lang="en-US"/>
        </a:p>
      </dgm:t>
    </dgm:pt>
    <dgm:pt modelId="{B8EFC625-D79E-4B16-A077-46ABEB1913DC}" type="sibTrans" cxnId="{82C2E40D-9BC0-4ADA-915E-708000D2737D}">
      <dgm:prSet/>
      <dgm:spPr/>
      <dgm:t>
        <a:bodyPr/>
        <a:lstStyle/>
        <a:p>
          <a:endParaRPr lang="en-US"/>
        </a:p>
      </dgm:t>
    </dgm:pt>
    <dgm:pt modelId="{5FC34D3A-C8D4-483C-8695-507470E74D50}">
      <dgm:prSet custT="1"/>
      <dgm:spPr/>
      <dgm:t>
        <a:bodyPr/>
        <a:lstStyle/>
        <a:p>
          <a:r>
            <a:rPr lang="en-US" sz="1800" dirty="0"/>
            <a:t>2510030217</a:t>
          </a:r>
        </a:p>
      </dgm:t>
    </dgm:pt>
    <dgm:pt modelId="{9978A89C-C2F1-4241-807C-13619E6D6376}" type="parTrans" cxnId="{277179CE-E2F5-4733-8D23-9E37CACB7B9E}">
      <dgm:prSet/>
      <dgm:spPr/>
      <dgm:t>
        <a:bodyPr/>
        <a:lstStyle/>
        <a:p>
          <a:endParaRPr lang="en-US"/>
        </a:p>
      </dgm:t>
    </dgm:pt>
    <dgm:pt modelId="{1DECF9F5-40C0-4379-BCCE-7BCAAD54807B}" type="sibTrans" cxnId="{277179CE-E2F5-4733-8D23-9E37CACB7B9E}">
      <dgm:prSet/>
      <dgm:spPr/>
      <dgm:t>
        <a:bodyPr/>
        <a:lstStyle/>
        <a:p>
          <a:endParaRPr lang="en-US"/>
        </a:p>
      </dgm:t>
    </dgm:pt>
    <dgm:pt modelId="{C057D6ED-8F49-42DC-B8A7-C07F68F0F734}">
      <dgm:prSet custT="1"/>
      <dgm:spPr/>
      <dgm:t>
        <a:bodyPr/>
        <a:lstStyle/>
        <a:p>
          <a:r>
            <a:rPr lang="en-US" sz="2000" dirty="0"/>
            <a:t>ATAVALI SIRISHA</a:t>
          </a:r>
        </a:p>
      </dgm:t>
    </dgm:pt>
    <dgm:pt modelId="{131D11D9-3030-4E3B-8F84-0108E6497B2A}" type="parTrans" cxnId="{FB0FA082-3950-4822-951F-05A1A9548F18}">
      <dgm:prSet/>
      <dgm:spPr/>
      <dgm:t>
        <a:bodyPr/>
        <a:lstStyle/>
        <a:p>
          <a:endParaRPr lang="en-US"/>
        </a:p>
      </dgm:t>
    </dgm:pt>
    <dgm:pt modelId="{6E885013-4246-43E1-A818-2251A99C8FD2}" type="sibTrans" cxnId="{FB0FA082-3950-4822-951F-05A1A9548F18}">
      <dgm:prSet/>
      <dgm:spPr/>
      <dgm:t>
        <a:bodyPr/>
        <a:lstStyle/>
        <a:p>
          <a:endParaRPr lang="en-US"/>
        </a:p>
      </dgm:t>
    </dgm:pt>
    <dgm:pt modelId="{9845D52A-E054-4EB0-A5A3-32AE7DC6D645}">
      <dgm:prSet custT="1"/>
      <dgm:spPr/>
      <dgm:t>
        <a:bodyPr/>
        <a:lstStyle/>
        <a:p>
          <a:r>
            <a:rPr lang="en-US" sz="2000" dirty="0"/>
            <a:t>2510030145</a:t>
          </a:r>
        </a:p>
      </dgm:t>
    </dgm:pt>
    <dgm:pt modelId="{952EE001-86C3-4022-96EE-ABDB540B8A78}" type="parTrans" cxnId="{B04C6215-C46D-4282-963F-02A26E25C8AB}">
      <dgm:prSet/>
      <dgm:spPr/>
      <dgm:t>
        <a:bodyPr/>
        <a:lstStyle/>
        <a:p>
          <a:endParaRPr lang="en-US"/>
        </a:p>
      </dgm:t>
    </dgm:pt>
    <dgm:pt modelId="{796364FD-7651-493A-AEE5-8DD45DF8EEAC}" type="sibTrans" cxnId="{B04C6215-C46D-4282-963F-02A26E25C8AB}">
      <dgm:prSet/>
      <dgm:spPr/>
      <dgm:t>
        <a:bodyPr/>
        <a:lstStyle/>
        <a:p>
          <a:endParaRPr lang="en-US"/>
        </a:p>
      </dgm:t>
    </dgm:pt>
    <dgm:pt modelId="{566C4A8F-CE66-4FF5-AF11-6C385F74A275}">
      <dgm:prSet/>
      <dgm:spPr/>
      <dgm:t>
        <a:bodyPr/>
        <a:lstStyle/>
        <a:p>
          <a:r>
            <a:rPr lang="en-US" dirty="0"/>
            <a:t>INUGANTI NITEEKSHA</a:t>
          </a:r>
        </a:p>
      </dgm:t>
    </dgm:pt>
    <dgm:pt modelId="{375C5A5E-5F04-4FE8-98F8-795867C18A18}" type="parTrans" cxnId="{66E8CE3C-459F-4648-B4D7-5039298A0E92}">
      <dgm:prSet/>
      <dgm:spPr/>
      <dgm:t>
        <a:bodyPr/>
        <a:lstStyle/>
        <a:p>
          <a:endParaRPr lang="en-US"/>
        </a:p>
      </dgm:t>
    </dgm:pt>
    <dgm:pt modelId="{E74B8A5E-78D9-4E5B-86E1-203DE271581F}" type="sibTrans" cxnId="{66E8CE3C-459F-4648-B4D7-5039298A0E92}">
      <dgm:prSet/>
      <dgm:spPr/>
      <dgm:t>
        <a:bodyPr/>
        <a:lstStyle/>
        <a:p>
          <a:endParaRPr lang="en-US"/>
        </a:p>
      </dgm:t>
    </dgm:pt>
    <dgm:pt modelId="{0580C383-85A3-425E-A44E-5E7306FF943E}" type="pres">
      <dgm:prSet presAssocID="{08F627ED-A304-4697-8C44-18E45D3D2B1A}" presName="Name0" presStyleCnt="0">
        <dgm:presLayoutVars>
          <dgm:chMax/>
          <dgm:chPref/>
          <dgm:animLvl val="lvl"/>
        </dgm:presLayoutVars>
      </dgm:prSet>
      <dgm:spPr/>
    </dgm:pt>
    <dgm:pt modelId="{78B1F1D9-D4A1-4078-8320-A9F734DAF01D}" type="pres">
      <dgm:prSet presAssocID="{E5E4D699-C3CF-4415-B32C-A18B48AFE2A3}" presName="composite" presStyleCnt="0"/>
      <dgm:spPr/>
    </dgm:pt>
    <dgm:pt modelId="{556899F1-13C2-441E-879C-8B5F26234632}" type="pres">
      <dgm:prSet presAssocID="{E5E4D699-C3CF-4415-B32C-A18B48AFE2A3}" presName="Parent1" presStyleLbl="alignNode1" presStyleIdx="0" presStyleCnt="3" custScaleX="86588" custScaleY="107065" custLinFactNeighborX="-956" custLinFactNeighborY="17209">
        <dgm:presLayoutVars>
          <dgm:chMax val="1"/>
          <dgm:chPref val="1"/>
          <dgm:bulletEnabled val="1"/>
        </dgm:presLayoutVars>
      </dgm:prSet>
      <dgm:spPr/>
    </dgm:pt>
    <dgm:pt modelId="{3F8C8DF1-69FF-4267-9807-429FE1F669A4}" type="pres">
      <dgm:prSet presAssocID="{E5E4D699-C3CF-4415-B32C-A18B48AFE2A3}" presName="Childtext1" presStyleLbl="revTx" presStyleIdx="0" presStyleCnt="3">
        <dgm:presLayoutVars>
          <dgm:chMax val="0"/>
          <dgm:chPref val="0"/>
          <dgm:bulletEnabled/>
        </dgm:presLayoutVars>
      </dgm:prSet>
      <dgm:spPr/>
    </dgm:pt>
    <dgm:pt modelId="{7CD542A5-A839-406E-A09D-761397CD34CA}" type="pres">
      <dgm:prSet presAssocID="{E5E4D699-C3CF-4415-B32C-A18B48AFE2A3}" presName="ConnectLine" presStyleLbl="sibTrans1D1" presStyleIdx="0" presStyleCnt="3"/>
      <dgm:spPr>
        <a:noFill/>
        <a:ln w="12700" cap="flat" cmpd="sng" algn="ctr">
          <a:solidFill>
            <a:schemeClr val="accent1">
              <a:hueOff val="0"/>
              <a:satOff val="0"/>
              <a:lumOff val="0"/>
              <a:alphaOff val="0"/>
            </a:schemeClr>
          </a:solidFill>
          <a:prstDash val="dash"/>
        </a:ln>
        <a:effectLst/>
      </dgm:spPr>
    </dgm:pt>
    <dgm:pt modelId="{8EAC9032-35F1-40A2-BA92-FC6DD5F3161F}" type="pres">
      <dgm:prSet presAssocID="{E5E4D699-C3CF-4415-B32C-A18B48AFE2A3}" presName="ConnectLineEnd" presStyleLbl="node1" presStyleIdx="0" presStyleCnt="3"/>
      <dgm:spPr/>
    </dgm:pt>
    <dgm:pt modelId="{CF11A881-B1B6-4E4B-9AB0-2514A9285EBA}" type="pres">
      <dgm:prSet presAssocID="{E5E4D699-C3CF-4415-B32C-A18B48AFE2A3}" presName="EmptyPane" presStyleCnt="0"/>
      <dgm:spPr/>
    </dgm:pt>
    <dgm:pt modelId="{0EDA1889-E3C7-4C7B-AA49-EF34A4D5D342}" type="pres">
      <dgm:prSet presAssocID="{61990FFE-20A5-4112-BACD-16BA28C36EBA}" presName="spaceBetweenRectangles" presStyleLbl="fgAcc1" presStyleIdx="0" presStyleCnt="2"/>
      <dgm:spPr/>
    </dgm:pt>
    <dgm:pt modelId="{AF022427-467C-44D2-B19C-073E877201DB}" type="pres">
      <dgm:prSet presAssocID="{5FC34D3A-C8D4-483C-8695-507470E74D50}" presName="composite" presStyleCnt="0"/>
      <dgm:spPr/>
    </dgm:pt>
    <dgm:pt modelId="{63AECF3B-25CA-476D-B7CA-904B4760CF3F}" type="pres">
      <dgm:prSet presAssocID="{5FC34D3A-C8D4-483C-8695-507470E74D50}" presName="Parent1" presStyleLbl="alignNode1" presStyleIdx="1" presStyleCnt="3" custScaleY="113145" custLinFactNeighborX="-1471">
        <dgm:presLayoutVars>
          <dgm:chMax val="1"/>
          <dgm:chPref val="1"/>
          <dgm:bulletEnabled val="1"/>
        </dgm:presLayoutVars>
      </dgm:prSet>
      <dgm:spPr/>
    </dgm:pt>
    <dgm:pt modelId="{7197D426-886B-449E-A886-FD13F5E0AC97}" type="pres">
      <dgm:prSet presAssocID="{5FC34D3A-C8D4-483C-8695-507470E74D50}" presName="Childtext1" presStyleLbl="revTx" presStyleIdx="1" presStyleCnt="3">
        <dgm:presLayoutVars>
          <dgm:chMax val="0"/>
          <dgm:chPref val="0"/>
          <dgm:bulletEnabled/>
        </dgm:presLayoutVars>
      </dgm:prSet>
      <dgm:spPr/>
    </dgm:pt>
    <dgm:pt modelId="{B9D6C9D4-469A-4107-97AE-8C43EA5CB946}" type="pres">
      <dgm:prSet presAssocID="{5FC34D3A-C8D4-483C-8695-507470E74D50}" presName="ConnectLine" presStyleLbl="sibTrans1D1" presStyleIdx="1" presStyleCnt="3"/>
      <dgm:spPr>
        <a:noFill/>
        <a:ln w="12700" cap="flat" cmpd="sng" algn="ctr">
          <a:solidFill>
            <a:schemeClr val="accent1">
              <a:hueOff val="0"/>
              <a:satOff val="0"/>
              <a:lumOff val="0"/>
              <a:alphaOff val="0"/>
            </a:schemeClr>
          </a:solidFill>
          <a:prstDash val="dash"/>
        </a:ln>
        <a:effectLst/>
      </dgm:spPr>
    </dgm:pt>
    <dgm:pt modelId="{C1BEC2C0-22DD-44C4-AAFC-5C26B7685EF4}" type="pres">
      <dgm:prSet presAssocID="{5FC34D3A-C8D4-483C-8695-507470E74D50}" presName="ConnectLineEnd" presStyleLbl="node1" presStyleIdx="1" presStyleCnt="3"/>
      <dgm:spPr/>
    </dgm:pt>
    <dgm:pt modelId="{AC3D3D7F-40C6-4526-8B59-8E5946ACD3E0}" type="pres">
      <dgm:prSet presAssocID="{5FC34D3A-C8D4-483C-8695-507470E74D50}" presName="EmptyPane" presStyleCnt="0"/>
      <dgm:spPr/>
    </dgm:pt>
    <dgm:pt modelId="{1E3B17F3-BEE3-4918-AC1A-690DF45EE902}" type="pres">
      <dgm:prSet presAssocID="{1DECF9F5-40C0-4379-BCCE-7BCAAD54807B}" presName="spaceBetweenRectangles" presStyleLbl="fgAcc1" presStyleIdx="1" presStyleCnt="2"/>
      <dgm:spPr/>
    </dgm:pt>
    <dgm:pt modelId="{D1770950-AE34-40D9-810A-BC109B39D24D}" type="pres">
      <dgm:prSet presAssocID="{9845D52A-E054-4EB0-A5A3-32AE7DC6D645}" presName="composite" presStyleCnt="0"/>
      <dgm:spPr/>
    </dgm:pt>
    <dgm:pt modelId="{BF256D98-0EB6-41C8-AEED-E83691475757}" type="pres">
      <dgm:prSet presAssocID="{9845D52A-E054-4EB0-A5A3-32AE7DC6D645}" presName="Parent1" presStyleLbl="alignNode1" presStyleIdx="2" presStyleCnt="3">
        <dgm:presLayoutVars>
          <dgm:chMax val="1"/>
          <dgm:chPref val="1"/>
          <dgm:bulletEnabled val="1"/>
        </dgm:presLayoutVars>
      </dgm:prSet>
      <dgm:spPr/>
    </dgm:pt>
    <dgm:pt modelId="{DEDEAEC8-775B-4A0E-BDF8-C0B5BC0821DF}" type="pres">
      <dgm:prSet presAssocID="{9845D52A-E054-4EB0-A5A3-32AE7DC6D645}" presName="Childtext1" presStyleLbl="revTx" presStyleIdx="2" presStyleCnt="3">
        <dgm:presLayoutVars>
          <dgm:chMax val="0"/>
          <dgm:chPref val="0"/>
          <dgm:bulletEnabled/>
        </dgm:presLayoutVars>
      </dgm:prSet>
      <dgm:spPr/>
    </dgm:pt>
    <dgm:pt modelId="{D59E0661-D3C3-4072-9F55-5F1D1C88A7C9}" type="pres">
      <dgm:prSet presAssocID="{9845D52A-E054-4EB0-A5A3-32AE7DC6D645}" presName="ConnectLine" presStyleLbl="sibTrans1D1" presStyleIdx="2" presStyleCnt="3"/>
      <dgm:spPr>
        <a:noFill/>
        <a:ln w="12700" cap="flat" cmpd="sng" algn="ctr">
          <a:solidFill>
            <a:schemeClr val="accent1">
              <a:hueOff val="0"/>
              <a:satOff val="0"/>
              <a:lumOff val="0"/>
              <a:alphaOff val="0"/>
            </a:schemeClr>
          </a:solidFill>
          <a:prstDash val="dash"/>
        </a:ln>
        <a:effectLst/>
      </dgm:spPr>
    </dgm:pt>
    <dgm:pt modelId="{4A753F44-E78B-4293-B0C7-6430408A43FA}" type="pres">
      <dgm:prSet presAssocID="{9845D52A-E054-4EB0-A5A3-32AE7DC6D645}" presName="ConnectLineEnd" presStyleLbl="node1" presStyleIdx="2" presStyleCnt="3"/>
      <dgm:spPr/>
    </dgm:pt>
    <dgm:pt modelId="{40AE410E-3FB3-4E51-8DE0-EDECFB7DA049}" type="pres">
      <dgm:prSet presAssocID="{9845D52A-E054-4EB0-A5A3-32AE7DC6D645}" presName="EmptyPane" presStyleCnt="0"/>
      <dgm:spPr/>
    </dgm:pt>
  </dgm:ptLst>
  <dgm:cxnLst>
    <dgm:cxn modelId="{82C2E40D-9BC0-4ADA-915E-708000D2737D}" srcId="{E5E4D699-C3CF-4415-B32C-A18B48AFE2A3}" destId="{9DB38719-EEF9-4638-91CE-8E8C646CC524}" srcOrd="0" destOrd="0" parTransId="{2D70C797-29DD-498F-9D71-4F6A2362408D}" sibTransId="{B8EFC625-D79E-4B16-A077-46ABEB1913DC}"/>
    <dgm:cxn modelId="{6E1E710E-5FCE-4A3A-BCC2-57EE88D2B611}" type="presOf" srcId="{9845D52A-E054-4EB0-A5A3-32AE7DC6D645}" destId="{BF256D98-0EB6-41C8-AEED-E83691475757}" srcOrd="0" destOrd="0" presId="urn:microsoft.com/office/officeart/2016/7/layout/HexagonTimeline"/>
    <dgm:cxn modelId="{B04C6215-C46D-4282-963F-02A26E25C8AB}" srcId="{08F627ED-A304-4697-8C44-18E45D3D2B1A}" destId="{9845D52A-E054-4EB0-A5A3-32AE7DC6D645}" srcOrd="2" destOrd="0" parTransId="{952EE001-86C3-4022-96EE-ABDB540B8A78}" sibTransId="{796364FD-7651-493A-AEE5-8DD45DF8EEAC}"/>
    <dgm:cxn modelId="{0BBE1328-2BDE-48E8-8607-729E9AD5CC15}" type="presOf" srcId="{9DB38719-EEF9-4638-91CE-8E8C646CC524}" destId="{3F8C8DF1-69FF-4267-9807-429FE1F669A4}" srcOrd="0" destOrd="0" presId="urn:microsoft.com/office/officeart/2016/7/layout/HexagonTimeline"/>
    <dgm:cxn modelId="{BD204A29-3AE9-4D43-8D20-E6691DA3D10E}" type="presOf" srcId="{566C4A8F-CE66-4FF5-AF11-6C385F74A275}" destId="{DEDEAEC8-775B-4A0E-BDF8-C0B5BC0821DF}" srcOrd="0" destOrd="0" presId="urn:microsoft.com/office/officeart/2016/7/layout/HexagonTimeline"/>
    <dgm:cxn modelId="{C5D8602B-517E-43E4-BD3A-FC1FECDD1246}" type="presOf" srcId="{08F627ED-A304-4697-8C44-18E45D3D2B1A}" destId="{0580C383-85A3-425E-A44E-5E7306FF943E}" srcOrd="0" destOrd="0" presId="urn:microsoft.com/office/officeart/2016/7/layout/HexagonTimeline"/>
    <dgm:cxn modelId="{66E8CE3C-459F-4648-B4D7-5039298A0E92}" srcId="{9845D52A-E054-4EB0-A5A3-32AE7DC6D645}" destId="{566C4A8F-CE66-4FF5-AF11-6C385F74A275}" srcOrd="0" destOrd="0" parTransId="{375C5A5E-5F04-4FE8-98F8-795867C18A18}" sibTransId="{E74B8A5E-78D9-4E5B-86E1-203DE271581F}"/>
    <dgm:cxn modelId="{FF79A57F-A2E9-483E-AD10-5F90BB6D9BFF}" type="presOf" srcId="{5FC34D3A-C8D4-483C-8695-507470E74D50}" destId="{63AECF3B-25CA-476D-B7CA-904B4760CF3F}" srcOrd="0" destOrd="0" presId="urn:microsoft.com/office/officeart/2016/7/layout/HexagonTimeline"/>
    <dgm:cxn modelId="{FB0FA082-3950-4822-951F-05A1A9548F18}" srcId="{5FC34D3A-C8D4-483C-8695-507470E74D50}" destId="{C057D6ED-8F49-42DC-B8A7-C07F68F0F734}" srcOrd="0" destOrd="0" parTransId="{131D11D9-3030-4E3B-8F84-0108E6497B2A}" sibTransId="{6E885013-4246-43E1-A818-2251A99C8FD2}"/>
    <dgm:cxn modelId="{A6BB1BBC-671E-4B35-937E-DD6E947B3158}" type="presOf" srcId="{C057D6ED-8F49-42DC-B8A7-C07F68F0F734}" destId="{7197D426-886B-449E-A886-FD13F5E0AC97}" srcOrd="0" destOrd="0" presId="urn:microsoft.com/office/officeart/2016/7/layout/HexagonTimeline"/>
    <dgm:cxn modelId="{EBF452CA-3471-43AB-ACE9-A8D1E3C66270}" type="presOf" srcId="{E5E4D699-C3CF-4415-B32C-A18B48AFE2A3}" destId="{556899F1-13C2-441E-879C-8B5F26234632}" srcOrd="0" destOrd="0" presId="urn:microsoft.com/office/officeart/2016/7/layout/HexagonTimeline"/>
    <dgm:cxn modelId="{277179CE-E2F5-4733-8D23-9E37CACB7B9E}" srcId="{08F627ED-A304-4697-8C44-18E45D3D2B1A}" destId="{5FC34D3A-C8D4-483C-8695-507470E74D50}" srcOrd="1" destOrd="0" parTransId="{9978A89C-C2F1-4241-807C-13619E6D6376}" sibTransId="{1DECF9F5-40C0-4379-BCCE-7BCAAD54807B}"/>
    <dgm:cxn modelId="{A2DF84EA-DA42-4F03-BD6F-8E8D9966CB10}" srcId="{08F627ED-A304-4697-8C44-18E45D3D2B1A}" destId="{E5E4D699-C3CF-4415-B32C-A18B48AFE2A3}" srcOrd="0" destOrd="0" parTransId="{C7C70553-EB1A-4554-849D-8153CC4AFCEB}" sibTransId="{61990FFE-20A5-4112-BACD-16BA28C36EBA}"/>
    <dgm:cxn modelId="{F6B66A9F-F428-4AD7-99F8-E293C148ADA4}" type="presParOf" srcId="{0580C383-85A3-425E-A44E-5E7306FF943E}" destId="{78B1F1D9-D4A1-4078-8320-A9F734DAF01D}" srcOrd="0" destOrd="0" presId="urn:microsoft.com/office/officeart/2016/7/layout/HexagonTimeline"/>
    <dgm:cxn modelId="{F8D9346E-E7B0-4A3E-A3E5-66D91A5BB4EF}" type="presParOf" srcId="{78B1F1D9-D4A1-4078-8320-A9F734DAF01D}" destId="{556899F1-13C2-441E-879C-8B5F26234632}" srcOrd="0" destOrd="0" presId="urn:microsoft.com/office/officeart/2016/7/layout/HexagonTimeline"/>
    <dgm:cxn modelId="{1F4BFCED-49A0-470B-807C-94766C1A6E88}" type="presParOf" srcId="{78B1F1D9-D4A1-4078-8320-A9F734DAF01D}" destId="{3F8C8DF1-69FF-4267-9807-429FE1F669A4}" srcOrd="1" destOrd="0" presId="urn:microsoft.com/office/officeart/2016/7/layout/HexagonTimeline"/>
    <dgm:cxn modelId="{453F1C98-FCC0-488D-9610-0BEFFADC7BBD}" type="presParOf" srcId="{78B1F1D9-D4A1-4078-8320-A9F734DAF01D}" destId="{7CD542A5-A839-406E-A09D-761397CD34CA}" srcOrd="2" destOrd="0" presId="urn:microsoft.com/office/officeart/2016/7/layout/HexagonTimeline"/>
    <dgm:cxn modelId="{1D60F2B8-EC42-4898-9347-2E9FEA726633}" type="presParOf" srcId="{78B1F1D9-D4A1-4078-8320-A9F734DAF01D}" destId="{8EAC9032-35F1-40A2-BA92-FC6DD5F3161F}" srcOrd="3" destOrd="0" presId="urn:microsoft.com/office/officeart/2016/7/layout/HexagonTimeline"/>
    <dgm:cxn modelId="{0C4C8501-E8D0-4411-8A38-A7BBFDB0E499}" type="presParOf" srcId="{78B1F1D9-D4A1-4078-8320-A9F734DAF01D}" destId="{CF11A881-B1B6-4E4B-9AB0-2514A9285EBA}" srcOrd="4" destOrd="0" presId="urn:microsoft.com/office/officeart/2016/7/layout/HexagonTimeline"/>
    <dgm:cxn modelId="{1070EAB3-C0F2-4158-9934-A96BE7D30CD9}" type="presParOf" srcId="{0580C383-85A3-425E-A44E-5E7306FF943E}" destId="{0EDA1889-E3C7-4C7B-AA49-EF34A4D5D342}" srcOrd="1" destOrd="0" presId="urn:microsoft.com/office/officeart/2016/7/layout/HexagonTimeline"/>
    <dgm:cxn modelId="{FFEB116A-0DE3-4720-BD99-8ABC77BD1C02}" type="presParOf" srcId="{0580C383-85A3-425E-A44E-5E7306FF943E}" destId="{AF022427-467C-44D2-B19C-073E877201DB}" srcOrd="2" destOrd="0" presId="urn:microsoft.com/office/officeart/2016/7/layout/HexagonTimeline"/>
    <dgm:cxn modelId="{9EF28E46-6E27-4C18-BDF8-0BFCC94FA57E}" type="presParOf" srcId="{AF022427-467C-44D2-B19C-073E877201DB}" destId="{63AECF3B-25CA-476D-B7CA-904B4760CF3F}" srcOrd="0" destOrd="0" presId="urn:microsoft.com/office/officeart/2016/7/layout/HexagonTimeline"/>
    <dgm:cxn modelId="{E6ED1BB3-E46F-42D9-9458-24DED11FEC07}" type="presParOf" srcId="{AF022427-467C-44D2-B19C-073E877201DB}" destId="{7197D426-886B-449E-A886-FD13F5E0AC97}" srcOrd="1" destOrd="0" presId="urn:microsoft.com/office/officeart/2016/7/layout/HexagonTimeline"/>
    <dgm:cxn modelId="{FECFBD0C-B248-4FB1-86E5-D192B987C2F5}" type="presParOf" srcId="{AF022427-467C-44D2-B19C-073E877201DB}" destId="{B9D6C9D4-469A-4107-97AE-8C43EA5CB946}" srcOrd="2" destOrd="0" presId="urn:microsoft.com/office/officeart/2016/7/layout/HexagonTimeline"/>
    <dgm:cxn modelId="{B645B247-C944-4B53-A533-FC70B88844CA}" type="presParOf" srcId="{AF022427-467C-44D2-B19C-073E877201DB}" destId="{C1BEC2C0-22DD-44C4-AAFC-5C26B7685EF4}" srcOrd="3" destOrd="0" presId="urn:microsoft.com/office/officeart/2016/7/layout/HexagonTimeline"/>
    <dgm:cxn modelId="{EFEB0104-9BE6-4BE6-8CA4-080E4EC1D796}" type="presParOf" srcId="{AF022427-467C-44D2-B19C-073E877201DB}" destId="{AC3D3D7F-40C6-4526-8B59-8E5946ACD3E0}" srcOrd="4" destOrd="0" presId="urn:microsoft.com/office/officeart/2016/7/layout/HexagonTimeline"/>
    <dgm:cxn modelId="{30813E9F-92FE-457F-A798-34AED8C14747}" type="presParOf" srcId="{0580C383-85A3-425E-A44E-5E7306FF943E}" destId="{1E3B17F3-BEE3-4918-AC1A-690DF45EE902}" srcOrd="3" destOrd="0" presId="urn:microsoft.com/office/officeart/2016/7/layout/HexagonTimeline"/>
    <dgm:cxn modelId="{BFE8FC82-748F-4007-B16A-8ADD470E5CE8}" type="presParOf" srcId="{0580C383-85A3-425E-A44E-5E7306FF943E}" destId="{D1770950-AE34-40D9-810A-BC109B39D24D}" srcOrd="4" destOrd="0" presId="urn:microsoft.com/office/officeart/2016/7/layout/HexagonTimeline"/>
    <dgm:cxn modelId="{DFBD7509-815F-4FB8-A809-02375B172794}" type="presParOf" srcId="{D1770950-AE34-40D9-810A-BC109B39D24D}" destId="{BF256D98-0EB6-41C8-AEED-E83691475757}" srcOrd="0" destOrd="0" presId="urn:microsoft.com/office/officeart/2016/7/layout/HexagonTimeline"/>
    <dgm:cxn modelId="{0C3DD67A-9FDC-4E90-B290-3282E9CF1422}" type="presParOf" srcId="{D1770950-AE34-40D9-810A-BC109B39D24D}" destId="{DEDEAEC8-775B-4A0E-BDF8-C0B5BC0821DF}" srcOrd="1" destOrd="0" presId="urn:microsoft.com/office/officeart/2016/7/layout/HexagonTimeline"/>
    <dgm:cxn modelId="{DE943765-9F2B-414A-B8D6-82E9446F1B9C}" type="presParOf" srcId="{D1770950-AE34-40D9-810A-BC109B39D24D}" destId="{D59E0661-D3C3-4072-9F55-5F1D1C88A7C9}" srcOrd="2" destOrd="0" presId="urn:microsoft.com/office/officeart/2016/7/layout/HexagonTimeline"/>
    <dgm:cxn modelId="{8BCF504B-2DB1-409E-91C5-1930DC978596}" type="presParOf" srcId="{D1770950-AE34-40D9-810A-BC109B39D24D}" destId="{4A753F44-E78B-4293-B0C7-6430408A43FA}" srcOrd="3" destOrd="0" presId="urn:microsoft.com/office/officeart/2016/7/layout/HexagonTimeline"/>
    <dgm:cxn modelId="{D5E0E930-6D1D-4CA3-9410-1B7166E1ECE6}" type="presParOf" srcId="{D1770950-AE34-40D9-810A-BC109B39D24D}" destId="{40AE410E-3FB3-4E51-8DE0-EDECFB7DA049}"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899F1-13C2-441E-879C-8B5F26234632}">
      <dsp:nvSpPr>
        <dsp:cNvPr id="0" name=""/>
        <dsp:cNvSpPr/>
      </dsp:nvSpPr>
      <dsp:spPr>
        <a:xfrm>
          <a:off x="405280" y="1911151"/>
          <a:ext cx="2186187" cy="540491"/>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2510030376</a:t>
          </a:r>
        </a:p>
      </dsp:txBody>
      <dsp:txXfrm>
        <a:off x="405280" y="1911151"/>
        <a:ext cx="2078089" cy="540491"/>
      </dsp:txXfrm>
    </dsp:sp>
    <dsp:sp modelId="{3F8C8DF1-69FF-4267-9807-429FE1F669A4}">
      <dsp:nvSpPr>
        <dsp:cNvPr id="0" name=""/>
        <dsp:cNvSpPr/>
      </dsp:nvSpPr>
      <dsp:spPr>
        <a:xfrm>
          <a:off x="-19811" y="30404"/>
          <a:ext cx="3036371" cy="1441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r>
            <a:rPr lang="en-US" sz="2000" kern="1200" dirty="0"/>
            <a:t>ANNAM CHANDANA</a:t>
          </a:r>
        </a:p>
      </dsp:txBody>
      <dsp:txXfrm>
        <a:off x="-19811" y="30404"/>
        <a:ext cx="3036371" cy="1441309"/>
      </dsp:txXfrm>
    </dsp:sp>
    <dsp:sp modelId="{0EDA1889-E3C7-4C7B-AA49-EF34A4D5D342}">
      <dsp:nvSpPr>
        <dsp:cNvPr id="0" name=""/>
        <dsp:cNvSpPr/>
      </dsp:nvSpPr>
      <dsp:spPr>
        <a:xfrm rot="21366731">
          <a:off x="2590426" y="2150712"/>
          <a:ext cx="905108" cy="0"/>
        </a:xfrm>
        <a:custGeom>
          <a:avLst/>
          <a:gdLst/>
          <a:ahLst/>
          <a:cxnLst/>
          <a:rect l="0" t="0" r="0" b="0"/>
          <a:pathLst>
            <a:path>
              <a:moveTo>
                <a:pt x="0" y="0"/>
              </a:moveTo>
              <a:lnTo>
                <a:pt x="905108" y="0"/>
              </a:lnTo>
            </a:path>
          </a:pathLst>
        </a:cu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542A5-A839-406E-A09D-761397CD34CA}">
      <dsp:nvSpPr>
        <dsp:cNvPr id="0" name=""/>
        <dsp:cNvSpPr/>
      </dsp:nvSpPr>
      <dsp:spPr>
        <a:xfrm>
          <a:off x="1498374" y="1493435"/>
          <a:ext cx="0" cy="450409"/>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8EAC9032-35F1-40A2-BA92-FC6DD5F3161F}">
      <dsp:nvSpPr>
        <dsp:cNvPr id="0" name=""/>
        <dsp:cNvSpPr/>
      </dsp:nvSpPr>
      <dsp:spPr>
        <a:xfrm>
          <a:off x="1461947" y="1421187"/>
          <a:ext cx="72852" cy="9008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63AECF3B-25CA-476D-B7CA-904B4760CF3F}">
      <dsp:nvSpPr>
        <dsp:cNvPr id="0" name=""/>
        <dsp:cNvSpPr/>
      </dsp:nvSpPr>
      <dsp:spPr>
        <a:xfrm>
          <a:off x="3494493" y="1834435"/>
          <a:ext cx="2524815" cy="571184"/>
        </a:xfrm>
        <a:prstGeom prst="hexagon">
          <a:avLst>
            <a:gd name="adj" fmla="val 40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800100">
            <a:lnSpc>
              <a:spcPct val="90000"/>
            </a:lnSpc>
            <a:spcBef>
              <a:spcPct val="0"/>
            </a:spcBef>
            <a:spcAft>
              <a:spcPct val="35000"/>
            </a:spcAft>
            <a:buNone/>
          </a:pPr>
          <a:r>
            <a:rPr lang="en-US" sz="1800" kern="1200" dirty="0"/>
            <a:t>2510030217</a:t>
          </a:r>
        </a:p>
      </dsp:txBody>
      <dsp:txXfrm>
        <a:off x="3781052" y="1899263"/>
        <a:ext cx="1951697" cy="441528"/>
      </dsp:txXfrm>
    </dsp:sp>
    <dsp:sp modelId="{7197D426-886B-449E-A886-FD13F5E0AC97}">
      <dsp:nvSpPr>
        <dsp:cNvPr id="0" name=""/>
        <dsp:cNvSpPr/>
      </dsp:nvSpPr>
      <dsp:spPr>
        <a:xfrm>
          <a:off x="3003557" y="2788786"/>
          <a:ext cx="3506688" cy="1523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t" anchorCtr="1">
          <a:noAutofit/>
        </a:bodyPr>
        <a:lstStyle/>
        <a:p>
          <a:pPr marL="0" lvl="0" indent="0" algn="ctr" defTabSz="889000">
            <a:lnSpc>
              <a:spcPct val="90000"/>
            </a:lnSpc>
            <a:spcBef>
              <a:spcPct val="0"/>
            </a:spcBef>
            <a:spcAft>
              <a:spcPct val="35000"/>
            </a:spcAft>
            <a:buNone/>
          </a:pPr>
          <a:r>
            <a:rPr lang="en-US" sz="2000" kern="1200" dirty="0"/>
            <a:t>ATAVALI SIRISHA</a:t>
          </a:r>
        </a:p>
      </dsp:txBody>
      <dsp:txXfrm>
        <a:off x="3003557" y="2788786"/>
        <a:ext cx="3506688" cy="1523158"/>
      </dsp:txXfrm>
    </dsp:sp>
    <dsp:sp modelId="{1E3B17F3-BEE3-4918-AC1A-690DF45EE902}">
      <dsp:nvSpPr>
        <dsp:cNvPr id="0" name=""/>
        <dsp:cNvSpPr/>
      </dsp:nvSpPr>
      <dsp:spPr>
        <a:xfrm rot="21544037">
          <a:off x="6019241" y="2111732"/>
          <a:ext cx="1019147" cy="0"/>
        </a:xfrm>
        <a:custGeom>
          <a:avLst/>
          <a:gdLst/>
          <a:ahLst/>
          <a:cxnLst/>
          <a:rect l="0" t="0" r="0" b="0"/>
          <a:pathLst>
            <a:path>
              <a:moveTo>
                <a:pt x="0" y="0"/>
              </a:moveTo>
              <a:lnTo>
                <a:pt x="1019147" y="0"/>
              </a:lnTo>
            </a:path>
          </a:pathLst>
        </a:cu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D6C9D4-469A-4107-97AE-8C43EA5CB946}">
      <dsp:nvSpPr>
        <dsp:cNvPr id="0" name=""/>
        <dsp:cNvSpPr/>
      </dsp:nvSpPr>
      <dsp:spPr>
        <a:xfrm>
          <a:off x="4756901" y="2344790"/>
          <a:ext cx="0" cy="4759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C1BEC2C0-22DD-44C4-AAFC-5C26B7685EF4}">
      <dsp:nvSpPr>
        <dsp:cNvPr id="0" name=""/>
        <dsp:cNvSpPr/>
      </dsp:nvSpPr>
      <dsp:spPr>
        <a:xfrm>
          <a:off x="4714832" y="2787598"/>
          <a:ext cx="84137" cy="951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F256D98-0EB6-41C8-AEED-E83691475757}">
      <dsp:nvSpPr>
        <dsp:cNvPr id="0" name=""/>
        <dsp:cNvSpPr/>
      </dsp:nvSpPr>
      <dsp:spPr>
        <a:xfrm rot="10800000">
          <a:off x="7038321" y="1851025"/>
          <a:ext cx="2524815" cy="504825"/>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2510030145</a:t>
          </a:r>
        </a:p>
      </dsp:txBody>
      <dsp:txXfrm rot="10800000">
        <a:off x="7139286" y="1851025"/>
        <a:ext cx="2423850" cy="504825"/>
      </dsp:txXfrm>
    </dsp:sp>
    <dsp:sp modelId="{DEDEAEC8-775B-4A0E-BDF8-C0B5BC0821DF}">
      <dsp:nvSpPr>
        <dsp:cNvPr id="0" name=""/>
        <dsp:cNvSpPr/>
      </dsp:nvSpPr>
      <dsp:spPr>
        <a:xfrm>
          <a:off x="6547385" y="0"/>
          <a:ext cx="3506688" cy="134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r>
            <a:rPr lang="en-US" sz="2000" kern="1200" dirty="0"/>
            <a:t>INUGANTI NITEEKSHA</a:t>
          </a:r>
        </a:p>
      </dsp:txBody>
      <dsp:txXfrm>
        <a:off x="6547385" y="0"/>
        <a:ext cx="3506688" cy="1346200"/>
      </dsp:txXfrm>
    </dsp:sp>
    <dsp:sp modelId="{D59E0661-D3C3-4072-9F55-5F1D1C88A7C9}">
      <dsp:nvSpPr>
        <dsp:cNvPr id="0" name=""/>
        <dsp:cNvSpPr/>
      </dsp:nvSpPr>
      <dsp:spPr>
        <a:xfrm>
          <a:off x="8300729" y="1430337"/>
          <a:ext cx="0" cy="420687"/>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A753F44-E78B-4293-B0C7-6430408A43FA}">
      <dsp:nvSpPr>
        <dsp:cNvPr id="0" name=""/>
        <dsp:cNvSpPr/>
      </dsp:nvSpPr>
      <dsp:spPr>
        <a:xfrm>
          <a:off x="8258661" y="1346200"/>
          <a:ext cx="84137" cy="841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5:23:18.878"/>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5/28/2026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7134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8040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5/28/2026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5796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1998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5/28/2026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68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19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5/28/2026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9782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5/28/2026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688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5/28/2026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9130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030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9999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5/28/2026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1321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73848-91FE-4D29-B0DC-BFC408416682}"/>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839"/>
            <a:ext cx="12191980" cy="6858000"/>
          </a:xfrm>
          <a:prstGeom prst="rect">
            <a:avLst/>
          </a:prstGeom>
        </p:spPr>
      </p:pic>
      <p:sp>
        <p:nvSpPr>
          <p:cNvPr id="89" name="Rectangle 8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91" name="Rectangle 9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2393005"/>
          </a:xfrm>
        </p:spPr>
        <p:txBody>
          <a:bodyPr>
            <a:normAutofit fontScale="90000"/>
          </a:bodyPr>
          <a:lstStyle/>
          <a:p>
            <a:r>
              <a:rPr lang="en-US" sz="4400" dirty="0">
                <a:solidFill>
                  <a:schemeClr val="tx1"/>
                </a:solidFill>
              </a:rPr>
              <a:t>Online shoppers purchasing intention analysis</a:t>
            </a:r>
          </a:p>
        </p:txBody>
      </p:sp>
    </p:spTree>
    <p:extLst>
      <p:ext uri="{BB962C8B-B14F-4D97-AF65-F5344CB8AC3E}">
        <p14:creationId xmlns:p14="http://schemas.microsoft.com/office/powerpoint/2010/main" val="42696815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9295F-E638-4F61-AFE2-CF3E40556031}"/>
              </a:ext>
            </a:extLst>
          </p:cNvPr>
          <p:cNvSpPr>
            <a:spLocks noGrp="1"/>
          </p:cNvSpPr>
          <p:nvPr>
            <p:ph type="title"/>
          </p:nvPr>
        </p:nvSpPr>
        <p:spPr>
          <a:xfrm>
            <a:off x="1066800" y="642594"/>
            <a:ext cx="10058400" cy="1371600"/>
          </a:xfrm>
        </p:spPr>
        <p:txBody>
          <a:bodyPr>
            <a:normAutofit/>
          </a:bodyPr>
          <a:lstStyle/>
          <a:p>
            <a:pPr algn="ctr"/>
            <a:r>
              <a:rPr lang="en-US" dirty="0"/>
              <a:t>25MT1306E – MATHEMATICS FOR DATA SCIENCE AND ANALYSTICS</a:t>
            </a:r>
          </a:p>
        </p:txBody>
      </p:sp>
      <p:graphicFrame>
        <p:nvGraphicFramePr>
          <p:cNvPr id="31" name="Content Placeholder 2" descr="SmartArt timeline">
            <a:extLst>
              <a:ext uri="{FF2B5EF4-FFF2-40B4-BE49-F238E27FC236}">
                <a16:creationId xmlns:a16="http://schemas.microsoft.com/office/drawing/2014/main" id="{613FC9B6-ED9E-4F51-A217-156DA01928CD}"/>
              </a:ext>
            </a:extLst>
          </p:cNvPr>
          <p:cNvGraphicFramePr/>
          <p:nvPr>
            <p:extLst>
              <p:ext uri="{D42A27DB-BD31-4B8C-83A1-F6EECF244321}">
                <p14:modId xmlns:p14="http://schemas.microsoft.com/office/powerpoint/2010/main" val="1847083017"/>
              </p:ext>
            </p:extLst>
          </p:nvPr>
        </p:nvGraphicFramePr>
        <p:xfrm>
          <a:off x="1066800" y="2149642"/>
          <a:ext cx="10058400" cy="4206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9548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39F90-C6F3-B44F-A5A7-E6703A861A38}"/>
              </a:ext>
            </a:extLst>
          </p:cNvPr>
          <p:cNvSpPr>
            <a:spLocks noGrp="1"/>
          </p:cNvSpPr>
          <p:nvPr>
            <p:ph type="title"/>
          </p:nvPr>
        </p:nvSpPr>
        <p:spPr/>
        <p:txBody>
          <a:bodyPr/>
          <a:lstStyle/>
          <a:p>
            <a:r>
              <a:rPr lang="en-IN" sz="2000" dirty="0"/>
              <a:t>PROJECT REPORT </a:t>
            </a:r>
            <a:br>
              <a:rPr lang="en-IN" sz="2000" dirty="0"/>
            </a:br>
            <a:r>
              <a:rPr lang="en-IN" sz="2000" dirty="0"/>
              <a:t>on </a:t>
            </a:r>
            <a:br>
              <a:rPr lang="en-IN" sz="2000" dirty="0"/>
            </a:br>
            <a:br>
              <a:rPr lang="en-IN" sz="2000" dirty="0"/>
            </a:br>
            <a:r>
              <a:rPr lang="en-IN" sz="2000" dirty="0"/>
              <a:t>ONLINE SHOPPERS PURCHASING INTENTION ANALYSIS</a:t>
            </a:r>
          </a:p>
        </p:txBody>
      </p:sp>
      <p:sp>
        <p:nvSpPr>
          <p:cNvPr id="3" name="Content Placeholder 2">
            <a:extLst>
              <a:ext uri="{FF2B5EF4-FFF2-40B4-BE49-F238E27FC236}">
                <a16:creationId xmlns:a16="http://schemas.microsoft.com/office/drawing/2014/main" id="{004BBEA5-91A1-60AB-E573-A999695F3E81}"/>
              </a:ext>
            </a:extLst>
          </p:cNvPr>
          <p:cNvSpPr>
            <a:spLocks noGrp="1"/>
          </p:cNvSpPr>
          <p:nvPr>
            <p:ph idx="1"/>
          </p:nvPr>
        </p:nvSpPr>
        <p:spPr/>
        <p:txBody>
          <a:bodyPr>
            <a:normAutofit fontScale="92500" lnSpcReduction="10000"/>
          </a:bodyPr>
          <a:lstStyle/>
          <a:p>
            <a:r>
              <a:rPr lang="en-IN" dirty="0"/>
              <a:t>Under the guidance of</a:t>
            </a:r>
          </a:p>
          <a:p>
            <a:r>
              <a:rPr lang="en-IN" dirty="0"/>
              <a:t>Dr . Nagesh</a:t>
            </a:r>
          </a:p>
          <a:p>
            <a:r>
              <a:rPr lang="en-IN" dirty="0"/>
              <a:t>Department of Mathematics</a:t>
            </a:r>
          </a:p>
          <a:p>
            <a:r>
              <a:rPr lang="en-IN" dirty="0"/>
              <a:t>By</a:t>
            </a:r>
          </a:p>
          <a:p>
            <a:r>
              <a:rPr lang="en-IN" dirty="0"/>
              <a:t>2510030376 – ANNAM CHANDANA </a:t>
            </a:r>
          </a:p>
          <a:p>
            <a:r>
              <a:rPr lang="en-IN" dirty="0"/>
              <a:t>2510030217 – ATAVALI SIRISHA</a:t>
            </a:r>
          </a:p>
          <a:p>
            <a:r>
              <a:rPr lang="en-IN" dirty="0"/>
              <a:t>2510030145 – INUGANTI NITEEKSHA</a:t>
            </a:r>
          </a:p>
          <a:p>
            <a:endParaRPr lang="en-IN" dirty="0"/>
          </a:p>
          <a:p>
            <a:pPr algn="ctr"/>
            <a:r>
              <a:rPr lang="en-US" b="1" dirty="0"/>
              <a:t>KONERU LAKSHMAIAH EDUCATION FOUNDATION</a:t>
            </a:r>
          </a:p>
          <a:p>
            <a:pPr algn="ctr"/>
            <a:r>
              <a:rPr lang="en-US" b="1" dirty="0"/>
              <a:t>DEPARTMENT OF MATHEMATICS</a:t>
            </a:r>
          </a:p>
          <a:p>
            <a:pPr algn="ctr"/>
            <a:r>
              <a:rPr lang="en-US" dirty="0"/>
              <a:t>Green Fields, </a:t>
            </a:r>
            <a:r>
              <a:rPr lang="en-US" dirty="0" err="1"/>
              <a:t>Vaddeswaram</a:t>
            </a:r>
            <a:r>
              <a:rPr lang="en-US" dirty="0"/>
              <a:t>, Guntur District-522 502</a:t>
            </a:r>
            <a:br>
              <a:rPr lang="en-US" dirty="0"/>
            </a:br>
            <a:r>
              <a:rPr lang="en-US" dirty="0"/>
              <a:t>June – 2026</a:t>
            </a:r>
          </a:p>
          <a:p>
            <a:pPr algn="ctr"/>
            <a:endParaRPr lang="en-IN" dirty="0"/>
          </a:p>
          <a:p>
            <a:endParaRPr lang="en-IN" dirty="0"/>
          </a:p>
        </p:txBody>
      </p:sp>
    </p:spTree>
    <p:extLst>
      <p:ext uri="{BB962C8B-B14F-4D97-AF65-F5344CB8AC3E}">
        <p14:creationId xmlns:p14="http://schemas.microsoft.com/office/powerpoint/2010/main" val="2894722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BCD81-8FB8-DB94-A0F9-25A0612E2BCE}"/>
              </a:ext>
            </a:extLst>
          </p:cNvPr>
          <p:cNvSpPr>
            <a:spLocks noGrp="1"/>
          </p:cNvSpPr>
          <p:nvPr>
            <p:ph type="title"/>
          </p:nvPr>
        </p:nvSpPr>
        <p:spPr/>
        <p:txBody>
          <a:bodyPr>
            <a:normAutofit fontScale="90000"/>
          </a:bodyPr>
          <a:lstStyle/>
          <a:p>
            <a:r>
              <a:rPr lang="en-IN" dirty="0"/>
              <a:t>Declaration By Student</a:t>
            </a:r>
            <a:br>
              <a:rPr lang="en-IN" dirty="0"/>
            </a:br>
            <a:r>
              <a:rPr lang="en-IN" sz="2000" dirty="0"/>
              <a:t>we hereby declare that the project report titled “Oline Shoppers Purchasing Intention Analysis” </a:t>
            </a:r>
            <a:r>
              <a:rPr lang="en-US" sz="2000" dirty="0"/>
              <a:t>submitted in partial fulfillment of the requirements for the course </a:t>
            </a:r>
            <a:r>
              <a:rPr lang="en-US" sz="2000" b="1" dirty="0"/>
              <a:t>Mathematics for Data Science and Analytics</a:t>
            </a:r>
            <a:r>
              <a:rPr lang="en-US" sz="2000" dirty="0"/>
              <a:t> is a record of original work carried out by us under the guidance of </a:t>
            </a:r>
            <a:r>
              <a:rPr lang="en-US" sz="2000" b="1" dirty="0"/>
              <a:t>Dr. Nagesh</a:t>
            </a:r>
            <a:endParaRPr lang="en-IN" sz="2000" dirty="0"/>
          </a:p>
        </p:txBody>
      </p:sp>
      <p:sp>
        <p:nvSpPr>
          <p:cNvPr id="3" name="Content Placeholder 2">
            <a:extLst>
              <a:ext uri="{FF2B5EF4-FFF2-40B4-BE49-F238E27FC236}">
                <a16:creationId xmlns:a16="http://schemas.microsoft.com/office/drawing/2014/main" id="{3C28BB27-3B50-3A48-A2B1-E8159EDE7987}"/>
              </a:ext>
            </a:extLst>
          </p:cNvPr>
          <p:cNvSpPr>
            <a:spLocks noGrp="1"/>
          </p:cNvSpPr>
          <p:nvPr>
            <p:ph idx="1"/>
          </p:nvPr>
        </p:nvSpPr>
        <p:spPr>
          <a:xfrm>
            <a:off x="1066800" y="2103120"/>
            <a:ext cx="10058400" cy="4345806"/>
          </a:xfrm>
        </p:spPr>
        <p:txBody>
          <a:bodyPr>
            <a:normAutofit fontScale="77500" lnSpcReduction="20000"/>
          </a:bodyPr>
          <a:lstStyle/>
          <a:p>
            <a:r>
              <a:rPr lang="en-IN" dirty="0"/>
              <a:t>Signature of the Students</a:t>
            </a:r>
          </a:p>
          <a:p>
            <a:r>
              <a:rPr lang="en-IN" dirty="0"/>
              <a:t>1:</a:t>
            </a:r>
          </a:p>
          <a:p>
            <a:endParaRPr lang="en-IN" dirty="0"/>
          </a:p>
          <a:p>
            <a:r>
              <a:rPr lang="en-IN" dirty="0"/>
              <a:t>2:</a:t>
            </a:r>
          </a:p>
          <a:p>
            <a:endParaRPr lang="en-IN" dirty="0"/>
          </a:p>
          <a:p>
            <a:r>
              <a:rPr lang="en-IN" dirty="0"/>
              <a:t>3:</a:t>
            </a:r>
          </a:p>
          <a:p>
            <a:endParaRPr lang="en-IN" dirty="0"/>
          </a:p>
          <a:p>
            <a:pPr algn="ctr"/>
            <a:r>
              <a:rPr lang="en-IN" sz="2400" dirty="0"/>
              <a:t>Certificate</a:t>
            </a:r>
          </a:p>
          <a:p>
            <a:r>
              <a:rPr lang="en-IN" sz="2400" dirty="0"/>
              <a:t>This is to certify that the project titled</a:t>
            </a:r>
            <a:r>
              <a:rPr lang="en-US" sz="2400" b="1" dirty="0"/>
              <a:t>“Online Shoppers Purchasing Intention Analysis”</a:t>
            </a:r>
            <a:r>
              <a:rPr lang="en-US" sz="2400" dirty="0"/>
              <a:t> submitted by the students of B-Tech is a Bonafide work carried out under my guidance during the academic year 2025–2026.</a:t>
            </a:r>
          </a:p>
          <a:p>
            <a:r>
              <a:rPr lang="en-US" sz="2400" dirty="0"/>
              <a:t>The project satisfies the requirements for the course </a:t>
            </a:r>
            <a:r>
              <a:rPr lang="en-US" sz="2400" b="1" dirty="0"/>
              <a:t>25MT1306E – Mathematics for Data Science and Analytics</a:t>
            </a:r>
            <a:r>
              <a:rPr lang="en-US" sz="2400" dirty="0"/>
              <a:t>.</a:t>
            </a:r>
          </a:p>
          <a:p>
            <a:r>
              <a:rPr lang="en-US" sz="2400" b="1" dirty="0"/>
              <a:t>Signature of the Guide</a:t>
            </a:r>
          </a:p>
          <a:p>
            <a:pPr algn="ctr"/>
            <a:endParaRPr lang="en-IN" sz="2400" dirty="0"/>
          </a:p>
        </p:txBody>
      </p:sp>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3D24DD25-C532-F49D-DD55-869F60A20267}"/>
                  </a:ext>
                </a:extLst>
              </p14:cNvPr>
              <p14:cNvContentPartPr/>
              <p14:nvPr/>
            </p14:nvContentPartPr>
            <p14:xfrm>
              <a:off x="1986097" y="2929908"/>
              <a:ext cx="360" cy="360"/>
            </p14:xfrm>
          </p:contentPart>
        </mc:Choice>
        <mc:Fallback>
          <p:pic>
            <p:nvPicPr>
              <p:cNvPr id="10" name="Ink 9">
                <a:extLst>
                  <a:ext uri="{FF2B5EF4-FFF2-40B4-BE49-F238E27FC236}">
                    <a16:creationId xmlns:a16="http://schemas.microsoft.com/office/drawing/2014/main" id="{3D24DD25-C532-F49D-DD55-869F60A20267}"/>
                  </a:ext>
                </a:extLst>
              </p:cNvPr>
              <p:cNvPicPr/>
              <p:nvPr/>
            </p:nvPicPr>
            <p:blipFill>
              <a:blip r:embed="rId3"/>
              <a:stretch>
                <a:fillRect/>
              </a:stretch>
            </p:blipFill>
            <p:spPr>
              <a:xfrm>
                <a:off x="1932097" y="2822268"/>
                <a:ext cx="108000" cy="216000"/>
              </a:xfrm>
              <a:prstGeom prst="rect">
                <a:avLst/>
              </a:prstGeom>
            </p:spPr>
          </p:pic>
        </mc:Fallback>
      </mc:AlternateContent>
    </p:spTree>
    <p:extLst>
      <p:ext uri="{BB962C8B-B14F-4D97-AF65-F5344CB8AC3E}">
        <p14:creationId xmlns:p14="http://schemas.microsoft.com/office/powerpoint/2010/main" val="2546578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9F20-7D51-6559-3FDA-DF164BD12D4C}"/>
              </a:ext>
            </a:extLst>
          </p:cNvPr>
          <p:cNvSpPr>
            <a:spLocks noGrp="1"/>
          </p:cNvSpPr>
          <p:nvPr>
            <p:ph type="title"/>
          </p:nvPr>
        </p:nvSpPr>
        <p:spPr>
          <a:xfrm>
            <a:off x="1082842" y="401053"/>
            <a:ext cx="10058400" cy="1363579"/>
          </a:xfrm>
        </p:spPr>
        <p:txBody>
          <a:bodyPr/>
          <a:lstStyle/>
          <a:p>
            <a:r>
              <a:rPr lang="en-IN" dirty="0"/>
              <a:t>ABSTRACT</a:t>
            </a:r>
          </a:p>
        </p:txBody>
      </p:sp>
      <p:sp>
        <p:nvSpPr>
          <p:cNvPr id="3" name="Content Placeholder 2">
            <a:extLst>
              <a:ext uri="{FF2B5EF4-FFF2-40B4-BE49-F238E27FC236}">
                <a16:creationId xmlns:a16="http://schemas.microsoft.com/office/drawing/2014/main" id="{55AD26F8-9BEA-17D4-82D8-EDA398896130}"/>
              </a:ext>
            </a:extLst>
          </p:cNvPr>
          <p:cNvSpPr>
            <a:spLocks noGrp="1"/>
          </p:cNvSpPr>
          <p:nvPr>
            <p:ph idx="1"/>
          </p:nvPr>
        </p:nvSpPr>
        <p:spPr>
          <a:xfrm>
            <a:off x="1066800" y="1411705"/>
            <a:ext cx="10058400" cy="5045242"/>
          </a:xfrm>
        </p:spPr>
        <p:txBody>
          <a:bodyPr/>
          <a:lstStyle/>
          <a:p>
            <a:r>
              <a:rPr lang="en-US" dirty="0"/>
              <a:t>The project “Online Shoppers Purchasing Intention Analysis” focuses on analyzing customer behavior in online shopping platforms using data science and statistical techniques. The main objective of the project is to identify the factors influencing customer purchasing intention and predict whether a customer is likely to make a purchase.</a:t>
            </a:r>
          </a:p>
          <a:p>
            <a:r>
              <a:rPr lang="en-US" dirty="0"/>
              <a:t>The dataset used in this project contains information related to user sessions, browsing behavior, administrative pages visited, product-related pages, bounce rates, exit rates, page values, visitor types, and revenue outcomes. Data preprocessing techniques such as handling missing values, removing duplicates, and converting data types were performed to improve data quality.</a:t>
            </a:r>
          </a:p>
          <a:p>
            <a:r>
              <a:rPr lang="en-US" dirty="0"/>
              <a:t>Exploratory Data Analysis (EDA) was carried out using visualizations including bar charts, histograms, and correlation heatmaps to understand patterns and relationships among variables. Statistical inference and probability analysis were used to derive meaningful insights from the dataset.</a:t>
            </a:r>
          </a:p>
          <a:p>
            <a:r>
              <a:rPr lang="en-US" dirty="0"/>
              <a:t>Regression analysis was applied to build predictive models and evaluate performance using metrics such as R² Score, MAE, and RMSE. The project was implemented using Python libraries including Pandas, NumPy, Matplotlib, and Scikit-learn.</a:t>
            </a:r>
          </a:p>
          <a:p>
            <a:r>
              <a:rPr lang="en-US" dirty="0"/>
              <a:t>The results indicate that factors such as page value, visitor type, and browsing duration significantly affect purchasing intention. The project helps businesses improve marketing strategies and customer experience.</a:t>
            </a:r>
          </a:p>
          <a:p>
            <a:endParaRPr lang="en-IN" dirty="0"/>
          </a:p>
        </p:txBody>
      </p:sp>
    </p:spTree>
    <p:extLst>
      <p:ext uri="{BB962C8B-B14F-4D97-AF65-F5344CB8AC3E}">
        <p14:creationId xmlns:p14="http://schemas.microsoft.com/office/powerpoint/2010/main" val="290380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1EF1-F599-91D4-C511-A8E91287BE37}"/>
              </a:ext>
            </a:extLst>
          </p:cNvPr>
          <p:cNvSpPr>
            <a:spLocks noGrp="1"/>
          </p:cNvSpPr>
          <p:nvPr>
            <p:ph type="title"/>
          </p:nvPr>
        </p:nvSpPr>
        <p:spPr>
          <a:xfrm>
            <a:off x="3962400" y="352926"/>
            <a:ext cx="7162800" cy="818148"/>
          </a:xfrm>
        </p:spPr>
        <p:txBody>
          <a:bodyPr/>
          <a:lstStyle/>
          <a:p>
            <a:r>
              <a:rPr lang="en-IN" dirty="0"/>
              <a:t>INTRODUCTION</a:t>
            </a:r>
          </a:p>
        </p:txBody>
      </p:sp>
      <p:sp>
        <p:nvSpPr>
          <p:cNvPr id="3" name="Content Placeholder 2">
            <a:extLst>
              <a:ext uri="{FF2B5EF4-FFF2-40B4-BE49-F238E27FC236}">
                <a16:creationId xmlns:a16="http://schemas.microsoft.com/office/drawing/2014/main" id="{5AA11C9A-B8E8-D913-E74E-F531F7EB3B0C}"/>
              </a:ext>
            </a:extLst>
          </p:cNvPr>
          <p:cNvSpPr>
            <a:spLocks noGrp="1"/>
          </p:cNvSpPr>
          <p:nvPr>
            <p:ph idx="1"/>
          </p:nvPr>
        </p:nvSpPr>
        <p:spPr>
          <a:xfrm>
            <a:off x="336885" y="994611"/>
            <a:ext cx="11438020" cy="5510463"/>
          </a:xfrm>
        </p:spPr>
        <p:txBody>
          <a:bodyPr>
            <a:normAutofit fontScale="85000" lnSpcReduction="20000"/>
          </a:bodyPr>
          <a:lstStyle/>
          <a:p>
            <a:r>
              <a:rPr lang="en-US" dirty="0"/>
              <a:t>Online shopping has become one of the fastest-growing sectors in the digital economy. E-commerce platforms generate large amounts of customer interaction data every day. Analyzing this data helps businesses understand customer behavior, improve product recommendations, and increase sales.</a:t>
            </a:r>
          </a:p>
          <a:p>
            <a:r>
              <a:rPr lang="en-US" dirty="0"/>
              <a:t>The rapid growth of internet usage and digital payment systems has encouraged customers to shop online frequently. However, predicting whether a visitor will complete a purchase remains a major challenge for online businesses. Understanding purchasing intention can help companies optimize advertisements, personalize recommendations, and improve customer satisfaction.</a:t>
            </a:r>
          </a:p>
          <a:p>
            <a:r>
              <a:rPr lang="en-US" dirty="0"/>
              <a:t>This project focuses on analyzing online shoppers’ purchasing intentions using data science and statistical techniques. The dataset contains customer browsing information such as page visits, session duration, bounce rates, exit rates, and visitor categories. By analyzing these features, it is possible to identify patterns associated with purchasing behavior.</a:t>
            </a:r>
          </a:p>
          <a:p>
            <a:r>
              <a:rPr lang="en-US" dirty="0"/>
              <a:t>The significance of this study lies in helping e-commerce companies improve conversion rates and customer retention. Businesses can use predictive analysis to target potential customers effectively and reduce marketing costs.</a:t>
            </a:r>
          </a:p>
          <a:p>
            <a:r>
              <a:rPr lang="en-US" dirty="0"/>
              <a:t>The main objectives of the project are:</a:t>
            </a:r>
          </a:p>
          <a:p>
            <a:r>
              <a:rPr lang="en-US" dirty="0"/>
              <a:t>To preprocess and clean the dataset</a:t>
            </a:r>
          </a:p>
          <a:p>
            <a:r>
              <a:rPr lang="en-US" dirty="0"/>
              <a:t>To perform exploratory data analysis</a:t>
            </a:r>
          </a:p>
          <a:p>
            <a:r>
              <a:rPr lang="en-US" dirty="0"/>
              <a:t>To apply statistical inference techniques</a:t>
            </a:r>
          </a:p>
          <a:p>
            <a:r>
              <a:rPr lang="en-US" dirty="0"/>
              <a:t>To develop a regression model for prediction</a:t>
            </a:r>
          </a:p>
          <a:p>
            <a:r>
              <a:rPr lang="en-US" dirty="0"/>
              <a:t>To interpret customer purchasing behavior</a:t>
            </a:r>
          </a:p>
          <a:p>
            <a:r>
              <a:rPr lang="en-US" dirty="0"/>
              <a:t>The dataset used in this project was obtained from an online shoppers purchasing intention dataset containing customer interaction records. Python programming language and tools such as Pandas, NumPy, Matplotlib, and Scikit-learn were used for implementation.</a:t>
            </a:r>
          </a:p>
          <a:p>
            <a:r>
              <a:rPr lang="en-US" dirty="0"/>
              <a:t>The expected outcome of the project is to identify important features influencing customer purchases and evaluate prediction accuracy using machine learning models.</a:t>
            </a:r>
          </a:p>
          <a:p>
            <a:r>
              <a:rPr lang="en-US" dirty="0"/>
              <a:t>The report is organized into methodology, analysis, results, conclusion, and references sections.</a:t>
            </a:r>
          </a:p>
          <a:p>
            <a:endParaRPr lang="en-IN" dirty="0"/>
          </a:p>
        </p:txBody>
      </p:sp>
    </p:spTree>
    <p:extLst>
      <p:ext uri="{BB962C8B-B14F-4D97-AF65-F5344CB8AC3E}">
        <p14:creationId xmlns:p14="http://schemas.microsoft.com/office/powerpoint/2010/main" val="104675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499B-530B-4819-3018-E2A4B23E0720}"/>
              </a:ext>
            </a:extLst>
          </p:cNvPr>
          <p:cNvSpPr>
            <a:spLocks noGrp="1"/>
          </p:cNvSpPr>
          <p:nvPr>
            <p:ph type="title"/>
          </p:nvPr>
        </p:nvSpPr>
        <p:spPr>
          <a:xfrm>
            <a:off x="1066800" y="368968"/>
            <a:ext cx="10058400" cy="994611"/>
          </a:xfrm>
        </p:spPr>
        <p:txBody>
          <a:bodyPr/>
          <a:lstStyle/>
          <a:p>
            <a:r>
              <a:rPr lang="en-IN" dirty="0"/>
              <a:t>METHODLOGY</a:t>
            </a:r>
          </a:p>
        </p:txBody>
      </p:sp>
      <p:sp>
        <p:nvSpPr>
          <p:cNvPr id="3" name="Content Placeholder 2">
            <a:extLst>
              <a:ext uri="{FF2B5EF4-FFF2-40B4-BE49-F238E27FC236}">
                <a16:creationId xmlns:a16="http://schemas.microsoft.com/office/drawing/2014/main" id="{5C5F8788-7608-2DF0-E4F1-C3215A7E4D3D}"/>
              </a:ext>
            </a:extLst>
          </p:cNvPr>
          <p:cNvSpPr>
            <a:spLocks noGrp="1"/>
          </p:cNvSpPr>
          <p:nvPr>
            <p:ph idx="1"/>
          </p:nvPr>
        </p:nvSpPr>
        <p:spPr>
          <a:xfrm>
            <a:off x="417095" y="1203159"/>
            <a:ext cx="11357809" cy="5285874"/>
          </a:xfrm>
        </p:spPr>
        <p:txBody>
          <a:bodyPr>
            <a:normAutofit lnSpcReduction="10000"/>
          </a:bodyPr>
          <a:lstStyle/>
          <a:p>
            <a:r>
              <a:rPr lang="en-IN" dirty="0"/>
              <a:t>M1: DATA CLEANING</a:t>
            </a:r>
          </a:p>
          <a:p>
            <a:r>
              <a:rPr lang="en-IN" dirty="0"/>
              <a:t>Data cleaning is an important step in data analysis . </a:t>
            </a:r>
          </a:p>
          <a:p>
            <a:r>
              <a:rPr lang="en-IN" dirty="0"/>
              <a:t>import pandas as pd</a:t>
            </a:r>
          </a:p>
          <a:p>
            <a:r>
              <a:rPr lang="en-IN" dirty="0"/>
              <a:t># Load dataset</a:t>
            </a:r>
          </a:p>
          <a:p>
            <a:r>
              <a:rPr lang="en-IN" dirty="0" err="1"/>
              <a:t>df</a:t>
            </a:r>
            <a:r>
              <a:rPr lang="en-IN" dirty="0"/>
              <a:t> = </a:t>
            </a:r>
            <a:r>
              <a:rPr lang="en-IN" dirty="0" err="1"/>
              <a:t>pd.read_csv</a:t>
            </a:r>
            <a:r>
              <a:rPr lang="en-IN" dirty="0"/>
              <a:t>('online_shoppers.csv')</a:t>
            </a:r>
          </a:p>
          <a:p>
            <a:r>
              <a:rPr lang="en-IN" dirty="0"/>
              <a:t># Display first 5 rows</a:t>
            </a:r>
          </a:p>
          <a:p>
            <a:r>
              <a:rPr lang="en-IN" dirty="0" err="1"/>
              <a:t>df.head</a:t>
            </a:r>
            <a:r>
              <a:rPr lang="en-IN" dirty="0"/>
              <a:t>()</a:t>
            </a:r>
          </a:p>
          <a:p>
            <a:r>
              <a:rPr lang="en-IN" dirty="0"/>
              <a:t># Check missing values</a:t>
            </a:r>
          </a:p>
          <a:p>
            <a:r>
              <a:rPr lang="en-IN" dirty="0"/>
              <a:t>print(</a:t>
            </a:r>
            <a:r>
              <a:rPr lang="en-IN" dirty="0" err="1"/>
              <a:t>df.isnull</a:t>
            </a:r>
            <a:r>
              <a:rPr lang="en-IN" dirty="0"/>
              <a:t>().sum())</a:t>
            </a:r>
          </a:p>
          <a:p>
            <a:r>
              <a:rPr lang="en-IN" dirty="0"/>
              <a:t># Remove duplicates</a:t>
            </a:r>
          </a:p>
          <a:p>
            <a:r>
              <a:rPr lang="en-IN" dirty="0" err="1"/>
              <a:t>df.drop_duplicates</a:t>
            </a:r>
            <a:r>
              <a:rPr lang="en-IN" dirty="0"/>
              <a:t>(</a:t>
            </a:r>
            <a:r>
              <a:rPr lang="en-IN" dirty="0" err="1"/>
              <a:t>inplace</a:t>
            </a:r>
            <a:r>
              <a:rPr lang="en-IN" dirty="0"/>
              <a:t>=True)</a:t>
            </a:r>
          </a:p>
          <a:p>
            <a:r>
              <a:rPr lang="en-US" b="1" dirty="0"/>
              <a:t>Observation</a:t>
            </a:r>
          </a:p>
          <a:p>
            <a:r>
              <a:rPr lang="en-US" dirty="0"/>
              <a:t>Dataset loaded successfully </a:t>
            </a:r>
          </a:p>
          <a:p>
            <a:r>
              <a:rPr lang="en-US" dirty="0"/>
              <a:t>Missing values checked </a:t>
            </a:r>
          </a:p>
          <a:p>
            <a:r>
              <a:rPr lang="en-US" dirty="0"/>
              <a:t>Duplicate rows removed</a:t>
            </a:r>
          </a:p>
          <a:p>
            <a:endParaRPr lang="en-IN" dirty="0"/>
          </a:p>
        </p:txBody>
      </p:sp>
    </p:spTree>
    <p:extLst>
      <p:ext uri="{BB962C8B-B14F-4D97-AF65-F5344CB8AC3E}">
        <p14:creationId xmlns:p14="http://schemas.microsoft.com/office/powerpoint/2010/main" val="3152257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A2BE-9218-63A3-3B60-926CB51D711A}"/>
              </a:ext>
            </a:extLst>
          </p:cNvPr>
          <p:cNvSpPr>
            <a:spLocks noGrp="1"/>
          </p:cNvSpPr>
          <p:nvPr>
            <p:ph type="title"/>
          </p:nvPr>
        </p:nvSpPr>
        <p:spPr>
          <a:xfrm>
            <a:off x="1066800" y="553454"/>
            <a:ext cx="10058400" cy="1612230"/>
          </a:xfrm>
        </p:spPr>
        <p:txBody>
          <a:bodyPr>
            <a:normAutofit fontScale="90000"/>
          </a:bodyPr>
          <a:lstStyle/>
          <a:p>
            <a:r>
              <a:rPr lang="en-IN" b="1" dirty="0"/>
              <a:t>M2: Exploratory Data Analysis (EDA)</a:t>
            </a:r>
            <a:br>
              <a:rPr lang="en-IN" b="1" dirty="0"/>
            </a:br>
            <a:r>
              <a:rPr lang="en-IN" b="1" dirty="0"/>
              <a:t>Dataset Information</a:t>
            </a:r>
            <a:br>
              <a:rPr lang="en-IN" b="1" dirty="0"/>
            </a:br>
            <a:endParaRPr lang="en-IN" dirty="0"/>
          </a:p>
        </p:txBody>
      </p:sp>
      <p:sp>
        <p:nvSpPr>
          <p:cNvPr id="3" name="Content Placeholder 2">
            <a:extLst>
              <a:ext uri="{FF2B5EF4-FFF2-40B4-BE49-F238E27FC236}">
                <a16:creationId xmlns:a16="http://schemas.microsoft.com/office/drawing/2014/main" id="{02456FC3-AC6C-BC7E-77EB-74250DA2DCA4}"/>
              </a:ext>
            </a:extLst>
          </p:cNvPr>
          <p:cNvSpPr>
            <a:spLocks noGrp="1"/>
          </p:cNvSpPr>
          <p:nvPr>
            <p:ph idx="1"/>
          </p:nvPr>
        </p:nvSpPr>
        <p:spPr>
          <a:xfrm>
            <a:off x="1066800" y="1957137"/>
            <a:ext cx="10058400" cy="4347410"/>
          </a:xfrm>
        </p:spPr>
        <p:txBody>
          <a:bodyPr/>
          <a:lstStyle/>
          <a:p>
            <a:r>
              <a:rPr lang="en-IN" sz="2000" dirty="0"/>
              <a:t># Basic dataset information</a:t>
            </a:r>
          </a:p>
          <a:p>
            <a:r>
              <a:rPr lang="en-IN" sz="2000" dirty="0"/>
              <a:t>print(df.info())</a:t>
            </a:r>
          </a:p>
          <a:p>
            <a:r>
              <a:rPr lang="en-IN" sz="2000" dirty="0"/>
              <a:t># Statistical summary</a:t>
            </a:r>
          </a:p>
          <a:p>
            <a:r>
              <a:rPr lang="en-IN" sz="2000" dirty="0"/>
              <a:t>print(</a:t>
            </a:r>
            <a:r>
              <a:rPr lang="en-IN" sz="2000" dirty="0" err="1"/>
              <a:t>df.describe</a:t>
            </a:r>
            <a:r>
              <a:rPr lang="en-IN" sz="2000" dirty="0"/>
              <a:t>())</a:t>
            </a:r>
          </a:p>
          <a:p>
            <a:endParaRPr lang="en-IN" sz="2000" dirty="0"/>
          </a:p>
          <a:p>
            <a:r>
              <a:rPr lang="en-US" sz="2400" b="1" dirty="0"/>
              <a:t>Observation</a:t>
            </a:r>
          </a:p>
          <a:p>
            <a:r>
              <a:rPr lang="en-US" sz="2400" dirty="0"/>
              <a:t>Dataset contains numerical and categorical columns </a:t>
            </a:r>
          </a:p>
          <a:p>
            <a:r>
              <a:rPr lang="en-US" sz="2400" dirty="0"/>
              <a:t>Statistical summary helps understand data distribution </a:t>
            </a:r>
          </a:p>
          <a:p>
            <a:endParaRPr lang="en-IN" dirty="0"/>
          </a:p>
        </p:txBody>
      </p:sp>
    </p:spTree>
    <p:extLst>
      <p:ext uri="{BB962C8B-B14F-4D97-AF65-F5344CB8AC3E}">
        <p14:creationId xmlns:p14="http://schemas.microsoft.com/office/powerpoint/2010/main" val="171105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A2FD-297C-EC46-EEEF-D4206B86F646}"/>
              </a:ext>
            </a:extLst>
          </p:cNvPr>
          <p:cNvSpPr>
            <a:spLocks noGrp="1"/>
          </p:cNvSpPr>
          <p:nvPr>
            <p:ph type="title"/>
          </p:nvPr>
        </p:nvSpPr>
        <p:spPr>
          <a:xfrm>
            <a:off x="1066800" y="368968"/>
            <a:ext cx="10058400" cy="1219200"/>
          </a:xfrm>
        </p:spPr>
        <p:txBody>
          <a:bodyPr/>
          <a:lstStyle/>
          <a:p>
            <a:r>
              <a:rPr lang="en-IN" dirty="0"/>
              <a:t>Revenue Distribution Graph</a:t>
            </a:r>
          </a:p>
        </p:txBody>
      </p:sp>
      <p:sp>
        <p:nvSpPr>
          <p:cNvPr id="7" name="Content Placeholder 6">
            <a:extLst>
              <a:ext uri="{FF2B5EF4-FFF2-40B4-BE49-F238E27FC236}">
                <a16:creationId xmlns:a16="http://schemas.microsoft.com/office/drawing/2014/main" id="{B6C64560-63ED-320E-7163-85CBB24F182D}"/>
              </a:ext>
            </a:extLst>
          </p:cNvPr>
          <p:cNvSpPr>
            <a:spLocks noGrp="1"/>
          </p:cNvSpPr>
          <p:nvPr>
            <p:ph idx="1"/>
          </p:nvPr>
        </p:nvSpPr>
        <p:spPr>
          <a:xfrm>
            <a:off x="1066800" y="1395663"/>
            <a:ext cx="10058400" cy="4557081"/>
          </a:xfrm>
        </p:spPr>
        <p:txBody>
          <a:bodyPr>
            <a:normAutofit/>
          </a:bodyPr>
          <a:lstStyle/>
          <a:p>
            <a:r>
              <a:rPr lang="en-US" sz="2400" dirty="0" err="1"/>
              <a:t>df</a:t>
            </a:r>
            <a:r>
              <a:rPr lang="en-US" sz="2400" dirty="0"/>
              <a:t>['Revenue'].</a:t>
            </a:r>
            <a:r>
              <a:rPr lang="en-US" sz="2400" dirty="0" err="1"/>
              <a:t>value_counts</a:t>
            </a:r>
            <a:r>
              <a:rPr lang="en-US" sz="2400" dirty="0"/>
              <a:t>().plot(kind='bar’)</a:t>
            </a:r>
          </a:p>
          <a:p>
            <a:r>
              <a:rPr lang="en-US" sz="2400" dirty="0" err="1"/>
              <a:t>plt.title</a:t>
            </a:r>
            <a:r>
              <a:rPr lang="en-US" sz="2400" dirty="0"/>
              <a:t>('Revenue Distribution’)</a:t>
            </a:r>
          </a:p>
          <a:p>
            <a:r>
              <a:rPr lang="en-US" sz="2400" dirty="0" err="1"/>
              <a:t>plt.show</a:t>
            </a:r>
            <a:r>
              <a:rPr lang="en-US" sz="2400" dirty="0"/>
              <a:t>()</a:t>
            </a:r>
          </a:p>
          <a:p>
            <a:r>
              <a:rPr lang="en-US" sz="2400" dirty="0">
                <a:effectLst>
                  <a:outerShdw blurRad="38100" dist="38100" dir="2700000" algn="tl">
                    <a:srgbClr val="000000">
                      <a:alpha val="43137"/>
                    </a:srgbClr>
                  </a:outerShdw>
                </a:effectLst>
              </a:rPr>
              <a:t>Observation</a:t>
            </a:r>
          </a:p>
          <a:p>
            <a:r>
              <a:rPr lang="en-US" sz="2400" dirty="0"/>
              <a:t>Majority of customers did not generate</a:t>
            </a:r>
          </a:p>
          <a:p>
            <a:r>
              <a:rPr lang="en-US" sz="2400" dirty="0"/>
              <a:t> revenue </a:t>
            </a:r>
          </a:p>
          <a:p>
            <a:r>
              <a:rPr lang="en-US" sz="2400" dirty="0"/>
              <a:t>Only a smaller portion completed </a:t>
            </a:r>
          </a:p>
          <a:p>
            <a:r>
              <a:rPr lang="en-US" sz="2400" dirty="0"/>
              <a:t>purchases </a:t>
            </a:r>
          </a:p>
          <a:p>
            <a:endParaRPr lang="en-IN" sz="2400" dirty="0"/>
          </a:p>
        </p:txBody>
      </p:sp>
      <p:pic>
        <p:nvPicPr>
          <p:cNvPr id="9" name="Picture 8">
            <a:extLst>
              <a:ext uri="{FF2B5EF4-FFF2-40B4-BE49-F238E27FC236}">
                <a16:creationId xmlns:a16="http://schemas.microsoft.com/office/drawing/2014/main" id="{114EA752-C5FE-584C-6B42-E3CB637750D4}"/>
              </a:ext>
            </a:extLst>
          </p:cNvPr>
          <p:cNvPicPr>
            <a:picLocks noChangeAspect="1"/>
          </p:cNvPicPr>
          <p:nvPr/>
        </p:nvPicPr>
        <p:blipFill>
          <a:blip r:embed="rId2"/>
          <a:stretch>
            <a:fillRect/>
          </a:stretch>
        </p:blipFill>
        <p:spPr>
          <a:xfrm>
            <a:off x="7194593" y="1873790"/>
            <a:ext cx="4383778" cy="3793331"/>
          </a:xfrm>
          <a:prstGeom prst="rect">
            <a:avLst/>
          </a:prstGeom>
        </p:spPr>
      </p:pic>
    </p:spTree>
    <p:extLst>
      <p:ext uri="{BB962C8B-B14F-4D97-AF65-F5344CB8AC3E}">
        <p14:creationId xmlns:p14="http://schemas.microsoft.com/office/powerpoint/2010/main" val="3553230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6DBC-5D9F-BAE9-6D5F-2B645FB3DF33}"/>
              </a:ext>
            </a:extLst>
          </p:cNvPr>
          <p:cNvSpPr>
            <a:spLocks noGrp="1"/>
          </p:cNvSpPr>
          <p:nvPr>
            <p:ph type="title"/>
          </p:nvPr>
        </p:nvSpPr>
        <p:spPr>
          <a:xfrm>
            <a:off x="1066800" y="363794"/>
            <a:ext cx="10058400" cy="668593"/>
          </a:xfrm>
        </p:spPr>
        <p:txBody>
          <a:bodyPr/>
          <a:lstStyle/>
          <a:p>
            <a:r>
              <a:rPr lang="en-IN" dirty="0"/>
              <a:t>M5: Regression Analysis</a:t>
            </a:r>
          </a:p>
        </p:txBody>
      </p:sp>
      <p:sp>
        <p:nvSpPr>
          <p:cNvPr id="3" name="Content Placeholder 2">
            <a:extLst>
              <a:ext uri="{FF2B5EF4-FFF2-40B4-BE49-F238E27FC236}">
                <a16:creationId xmlns:a16="http://schemas.microsoft.com/office/drawing/2014/main" id="{CA6947CF-3BE3-DB92-1D9D-079B1BF29F3D}"/>
              </a:ext>
            </a:extLst>
          </p:cNvPr>
          <p:cNvSpPr>
            <a:spLocks noGrp="1"/>
          </p:cNvSpPr>
          <p:nvPr>
            <p:ph idx="1"/>
          </p:nvPr>
        </p:nvSpPr>
        <p:spPr>
          <a:xfrm>
            <a:off x="1066800" y="963561"/>
            <a:ext cx="10058400" cy="5421197"/>
          </a:xfrm>
        </p:spPr>
        <p:txBody>
          <a:bodyPr>
            <a:noAutofit/>
          </a:bodyPr>
          <a:lstStyle/>
          <a:p>
            <a:r>
              <a:rPr lang="en-IN" sz="1200" dirty="0"/>
              <a:t>fr</a:t>
            </a:r>
            <a:r>
              <a:rPr lang="en-IN" sz="1050" dirty="0"/>
              <a:t>om </a:t>
            </a:r>
            <a:r>
              <a:rPr lang="en-IN" sz="1050" dirty="0" err="1"/>
              <a:t>sklearn.model_selection</a:t>
            </a:r>
            <a:r>
              <a:rPr lang="en-IN" sz="1050" dirty="0"/>
              <a:t> import </a:t>
            </a:r>
            <a:r>
              <a:rPr lang="en-IN" sz="1050" dirty="0" err="1"/>
              <a:t>train_test_split</a:t>
            </a:r>
            <a:r>
              <a:rPr lang="en-IN" sz="1050" dirty="0"/>
              <a:t>                                                   # Predictions</a:t>
            </a:r>
          </a:p>
          <a:p>
            <a:r>
              <a:rPr lang="en-IN" sz="1050" dirty="0"/>
              <a:t>from </a:t>
            </a:r>
            <a:r>
              <a:rPr lang="en-IN" sz="1050" dirty="0" err="1"/>
              <a:t>sklearn.linear_model</a:t>
            </a:r>
            <a:r>
              <a:rPr lang="en-IN" sz="1050" dirty="0"/>
              <a:t> import </a:t>
            </a:r>
            <a:r>
              <a:rPr lang="en-IN" sz="1050" dirty="0" err="1"/>
              <a:t>LinearRegression</a:t>
            </a:r>
            <a:r>
              <a:rPr lang="en-IN" sz="1050" dirty="0"/>
              <a:t>                                                        pred =</a:t>
            </a:r>
            <a:r>
              <a:rPr lang="en-IN" sz="1050" dirty="0" err="1"/>
              <a:t>model.predict</a:t>
            </a:r>
            <a:r>
              <a:rPr lang="en-IN" sz="1050" dirty="0"/>
              <a:t>(</a:t>
            </a:r>
            <a:r>
              <a:rPr lang="en-IN" sz="1050" dirty="0" err="1"/>
              <a:t>X_test</a:t>
            </a:r>
            <a:r>
              <a:rPr lang="en-IN" sz="1050" dirty="0"/>
              <a:t>)</a:t>
            </a:r>
          </a:p>
          <a:p>
            <a:r>
              <a:rPr lang="en-IN" sz="1050" dirty="0"/>
              <a:t>from </a:t>
            </a:r>
            <a:r>
              <a:rPr lang="en-IN" sz="1050" dirty="0" err="1"/>
              <a:t>sklearn.metrics</a:t>
            </a:r>
            <a:r>
              <a:rPr lang="en-IN" sz="1050" dirty="0"/>
              <a:t> import r2_score                                                                                    print(‘R2 Score:’ , r2_score(</a:t>
            </a:r>
            <a:r>
              <a:rPr lang="en-IN" sz="1050" dirty="0" err="1"/>
              <a:t>y_test</a:t>
            </a:r>
            <a:r>
              <a:rPr lang="en-IN" sz="1050" dirty="0"/>
              <a:t> , pred))</a:t>
            </a:r>
          </a:p>
          <a:p>
            <a:r>
              <a:rPr lang="en-IN" sz="1050" dirty="0"/>
              <a:t># Select numerical columns                                                                                  </a:t>
            </a:r>
          </a:p>
          <a:p>
            <a:r>
              <a:rPr lang="en-IN" sz="1050" dirty="0" err="1"/>
              <a:t>numeric_df</a:t>
            </a:r>
            <a:r>
              <a:rPr lang="en-IN" sz="1050" dirty="0"/>
              <a:t> = </a:t>
            </a:r>
            <a:r>
              <a:rPr lang="en-IN" sz="1050" dirty="0" err="1"/>
              <a:t>df.select_dtypes</a:t>
            </a:r>
            <a:r>
              <a:rPr lang="en-IN" sz="1050" dirty="0"/>
              <a:t>(include='number’)                                               </a:t>
            </a:r>
          </a:p>
          <a:p>
            <a:r>
              <a:rPr lang="en-IN" sz="1050" dirty="0"/>
              <a:t># Features and target variable</a:t>
            </a:r>
          </a:p>
          <a:p>
            <a:r>
              <a:rPr lang="en-IN" sz="1050" dirty="0"/>
              <a:t>X = </a:t>
            </a:r>
            <a:r>
              <a:rPr lang="en-IN" sz="1050" dirty="0" err="1"/>
              <a:t>numeric_df.iloc</a:t>
            </a:r>
            <a:r>
              <a:rPr lang="en-IN" sz="1050" dirty="0"/>
              <a:t>[:, :-1]</a:t>
            </a:r>
          </a:p>
          <a:p>
            <a:r>
              <a:rPr lang="en-IN" sz="1050" dirty="0"/>
              <a:t>y = </a:t>
            </a:r>
            <a:r>
              <a:rPr lang="en-IN" sz="1050" dirty="0" err="1"/>
              <a:t>numeric_df.iloc</a:t>
            </a:r>
            <a:r>
              <a:rPr lang="en-IN" sz="1050" dirty="0"/>
              <a:t>[:, -1]</a:t>
            </a:r>
          </a:p>
          <a:p>
            <a:r>
              <a:rPr lang="en-IN" sz="1050" dirty="0"/>
              <a:t># Split dataset</a:t>
            </a:r>
          </a:p>
          <a:p>
            <a:r>
              <a:rPr lang="en-IN" sz="1050" dirty="0" err="1"/>
              <a:t>X_train</a:t>
            </a:r>
            <a:r>
              <a:rPr lang="en-IN" sz="1050" dirty="0"/>
              <a:t>, </a:t>
            </a:r>
            <a:r>
              <a:rPr lang="en-IN" sz="1050" dirty="0" err="1"/>
              <a:t>X_test</a:t>
            </a:r>
            <a:r>
              <a:rPr lang="en-IN" sz="1050" dirty="0"/>
              <a:t>, </a:t>
            </a:r>
            <a:r>
              <a:rPr lang="en-IN" sz="1050" dirty="0" err="1"/>
              <a:t>y_train</a:t>
            </a:r>
            <a:r>
              <a:rPr lang="en-IN" sz="1050" dirty="0"/>
              <a:t>, </a:t>
            </a:r>
            <a:r>
              <a:rPr lang="en-IN" sz="1050" dirty="0" err="1"/>
              <a:t>y_test</a:t>
            </a:r>
            <a:r>
              <a:rPr lang="en-IN" sz="1050" dirty="0"/>
              <a:t> = </a:t>
            </a:r>
            <a:r>
              <a:rPr lang="en-IN" sz="1050" dirty="0" err="1"/>
              <a:t>train_test_split</a:t>
            </a:r>
            <a:r>
              <a:rPr lang="en-IN" sz="1050" dirty="0"/>
              <a:t>(</a:t>
            </a:r>
          </a:p>
          <a:p>
            <a:r>
              <a:rPr lang="en-IN" sz="1050" dirty="0"/>
              <a:t>    X, y, </a:t>
            </a:r>
            <a:r>
              <a:rPr lang="en-IN" sz="1050" dirty="0" err="1"/>
              <a:t>test_size</a:t>
            </a:r>
            <a:r>
              <a:rPr lang="en-IN" sz="1050" dirty="0"/>
              <a:t>=0.2, </a:t>
            </a:r>
            <a:r>
              <a:rPr lang="en-IN" sz="1050" dirty="0" err="1"/>
              <a:t>random_state</a:t>
            </a:r>
            <a:r>
              <a:rPr lang="en-IN" sz="1050" dirty="0"/>
              <a:t>=42</a:t>
            </a:r>
          </a:p>
          <a:p>
            <a:r>
              <a:rPr lang="en-IN" sz="1050" dirty="0"/>
              <a:t>)</a:t>
            </a:r>
          </a:p>
          <a:p>
            <a:r>
              <a:rPr lang="en-IN" sz="1050" dirty="0"/>
              <a:t># Create model</a:t>
            </a:r>
          </a:p>
          <a:p>
            <a:r>
              <a:rPr lang="en-IN" sz="1050" dirty="0"/>
              <a:t>model = </a:t>
            </a:r>
            <a:r>
              <a:rPr lang="en-IN" sz="1050" dirty="0" err="1"/>
              <a:t>LinearRegression</a:t>
            </a:r>
            <a:r>
              <a:rPr lang="en-IN" sz="1050" dirty="0"/>
              <a:t>()</a:t>
            </a:r>
          </a:p>
          <a:p>
            <a:r>
              <a:rPr lang="en-IN" sz="1050" dirty="0"/>
              <a:t># Train model</a:t>
            </a:r>
          </a:p>
          <a:p>
            <a:r>
              <a:rPr lang="en-IN" sz="1050" dirty="0" err="1"/>
              <a:t>model.fit</a:t>
            </a:r>
            <a:r>
              <a:rPr lang="en-IN" sz="1050" dirty="0"/>
              <a:t>(</a:t>
            </a:r>
            <a:r>
              <a:rPr lang="en-IN" sz="1050" dirty="0" err="1"/>
              <a:t>X_train</a:t>
            </a:r>
            <a:r>
              <a:rPr lang="en-IN" sz="1050" dirty="0"/>
              <a:t>, </a:t>
            </a:r>
            <a:r>
              <a:rPr lang="en-IN" sz="1050" dirty="0" err="1"/>
              <a:t>y_train</a:t>
            </a:r>
            <a:r>
              <a:rPr lang="en-IN" sz="1050" dirty="0"/>
              <a:t>)</a:t>
            </a:r>
          </a:p>
          <a:p>
            <a:r>
              <a:rPr lang="en-US" sz="1200" b="1" dirty="0"/>
              <a:t>Observation</a:t>
            </a:r>
          </a:p>
          <a:p>
            <a:r>
              <a:rPr lang="en-US" sz="1200" dirty="0"/>
              <a:t>Linear Regression model was applied successfully </a:t>
            </a:r>
          </a:p>
          <a:p>
            <a:r>
              <a:rPr lang="en-US" sz="1200" dirty="0"/>
              <a:t>R² score measures prediction accuracy </a:t>
            </a:r>
          </a:p>
          <a:p>
            <a:endParaRPr lang="en-IN" sz="1200" dirty="0"/>
          </a:p>
        </p:txBody>
      </p:sp>
    </p:spTree>
    <p:extLst>
      <p:ext uri="{BB962C8B-B14F-4D97-AF65-F5344CB8AC3E}">
        <p14:creationId xmlns:p14="http://schemas.microsoft.com/office/powerpoint/2010/main" val="3049260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75FBC4-9D33-46BE-911D-419763BA9AF9}">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294F055B-D391-44D3-A87A-BCD07BD5A31C}">
  <ds:schemaRefs>
    <ds:schemaRef ds:uri="http://schemas.microsoft.com/sharepoint/v3/contenttype/forms"/>
  </ds:schemaRefs>
</ds:datastoreItem>
</file>

<file path=customXml/itemProps3.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{CE3B671B-FA02-418E-96A4-8DD1033F5C21}TF993b3720-55e5-4d3e-ae7c-1ec77a73f5a45edb12b8_win32-bce7b620edb8</Template>
  <TotalTime>140</TotalTime>
  <Words>1075</Words>
  <Application>Microsoft Office PowerPoint</Application>
  <PresentationFormat>Widescreen</PresentationFormat>
  <Paragraphs>106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vt:lpstr>
      <vt:lpstr>Avenir Next LT Pro Light</vt:lpstr>
      <vt:lpstr>Garamond</vt:lpstr>
      <vt:lpstr>SavonVTI</vt:lpstr>
      <vt:lpstr>Online shoppers purchasing intention analysis</vt:lpstr>
      <vt:lpstr>25MT1306E – MATHEMATICS FOR DATA SCIENCE AND ANALYSTICS</vt:lpstr>
      <vt:lpstr>PROJECT REPORT  on   ONLINE SHOPPERS PURCHASING INTENTION ANALYSIS</vt:lpstr>
      <vt:lpstr>Declaration By Student we hereby declare that the project report titled “Oline Shoppers Purchasing Intention Analysis” submitted in partial fulfillment of the requirements for the course Mathematics for Data Science and Analytics is a record of original work carried out by us under the guidance of Dr. Nagesh</vt:lpstr>
      <vt:lpstr>ABSTRACT</vt:lpstr>
      <vt:lpstr>INTRODUCTION</vt:lpstr>
      <vt:lpstr>METHODLOGY</vt:lpstr>
      <vt:lpstr>M2: Exploratory Data Analysis (EDA) Dataset Information </vt:lpstr>
      <vt:lpstr>Revenue Distribution Graph</vt:lpstr>
      <vt:lpstr>M5: Regression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ANNAM CHANDANA REDDY</dc:creator>
  <cp:lastModifiedBy>ANNAM CHANDANA REDDY</cp:lastModifiedBy>
  <cp:revision>1</cp:revision>
  <dcterms:created xsi:type="dcterms:W3CDTF">2026-05-28T03:03:40Z</dcterms:created>
  <dcterms:modified xsi:type="dcterms:W3CDTF">2026-05-28T05:23:47Z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